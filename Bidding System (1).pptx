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Gagalin" charset="1" panose="00000500000000000000"/>
      <p:regular r:id="rId31"/>
    </p:embeddedFont>
    <p:embeddedFont>
      <p:font typeface="Times New Roman Bold" charset="1" panose="02030802070405020303"/>
      <p:regular r:id="rId32"/>
    </p:embeddedFont>
    <p:embeddedFont>
      <p:font typeface="Poppins Bold" charset="1" panose="00000800000000000000"/>
      <p:regular r:id="rId33"/>
    </p:embeddedFont>
    <p:embeddedFont>
      <p:font typeface="Garet Bold" charset="1" panose="00000000000000000000"/>
      <p:regular r:id="rId34"/>
    </p:embeddedFont>
    <p:embeddedFont>
      <p:font typeface="Montserrat Classic Bold" charset="1" panose="00000800000000000000"/>
      <p:regular r:id="rId35"/>
    </p:embeddedFont>
    <p:embeddedFont>
      <p:font typeface="Times New Roman Ultra-Bold" charset="1" panose="02030902070405020303"/>
      <p:regular r:id="rId36"/>
    </p:embeddedFont>
    <p:embeddedFont>
      <p:font typeface="Open Sans Extra Bold" charset="1" panose="020B0906030804020204"/>
      <p:regular r:id="rId37"/>
    </p:embeddedFont>
    <p:embeddedFont>
      <p:font typeface="Open Sans Bold" charset="1" panose="00000000000000000000"/>
      <p:regular r:id="rId38"/>
    </p:embeddedFont>
    <p:embeddedFont>
      <p:font typeface="Inter Bold" charset="1" panose="020B0802030000000004"/>
      <p:regular r:id="rId39"/>
    </p:embeddedFont>
    <p:embeddedFont>
      <p:font typeface="Times New Roman" charset="1" panose="02030502070405020303"/>
      <p:regular r:id="rId40"/>
    </p:embeddedFont>
    <p:embeddedFont>
      <p:font typeface="League Spartan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63737" y="363280"/>
            <a:ext cx="3160527" cy="2582038"/>
          </a:xfrm>
          <a:custGeom>
            <a:avLst/>
            <a:gdLst/>
            <a:ahLst/>
            <a:cxnLst/>
            <a:rect r="r" b="b" t="t" l="l"/>
            <a:pathLst>
              <a:path h="2582038" w="3160527">
                <a:moveTo>
                  <a:pt x="0" y="0"/>
                </a:moveTo>
                <a:lnTo>
                  <a:pt x="3160526" y="0"/>
                </a:lnTo>
                <a:lnTo>
                  <a:pt x="3160526" y="2582038"/>
                </a:lnTo>
                <a:lnTo>
                  <a:pt x="0" y="2582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78644" y="3741655"/>
            <a:ext cx="12730711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9"/>
              </a:lnSpc>
            </a:pPr>
            <a:r>
              <a:rPr lang="en-US" sz="12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BIDDING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03711" y="2783393"/>
            <a:ext cx="11680579" cy="79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Premier University,Chittagong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288461" y="422887"/>
            <a:ext cx="6963714" cy="1773322"/>
            <a:chOff x="0" y="0"/>
            <a:chExt cx="319181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91810" cy="812800"/>
            </a:xfrm>
            <a:custGeom>
              <a:avLst/>
              <a:gdLst/>
              <a:ahLst/>
              <a:cxnLst/>
              <a:rect r="r" b="b" t="t" l="l"/>
              <a:pathLst>
                <a:path h="812800" w="3191810">
                  <a:moveTo>
                    <a:pt x="319181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191810" y="624840"/>
                  </a:lnTo>
                  <a:lnTo>
                    <a:pt x="319181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9181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97022" y="422895"/>
            <a:ext cx="7126486" cy="1971890"/>
            <a:chOff x="0" y="0"/>
            <a:chExt cx="293749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37491" cy="812800"/>
            </a:xfrm>
            <a:custGeom>
              <a:avLst/>
              <a:gdLst/>
              <a:ahLst/>
              <a:cxnLst/>
              <a:rect r="r" b="b" t="t" l="l"/>
              <a:pathLst>
                <a:path h="812800" w="2937491">
                  <a:moveTo>
                    <a:pt x="293749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937491" y="624840"/>
                  </a:lnTo>
                  <a:lnTo>
                    <a:pt x="293749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37491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23129" y="4132609"/>
            <a:ext cx="2457525" cy="3102095"/>
            <a:chOff x="0" y="0"/>
            <a:chExt cx="547578" cy="6911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7578" cy="691199"/>
            </a:xfrm>
            <a:custGeom>
              <a:avLst/>
              <a:gdLst/>
              <a:ahLst/>
              <a:cxnLst/>
              <a:rect r="r" b="b" t="t" l="l"/>
              <a:pathLst>
                <a:path h="691199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4"/>
              <a:stretch>
                <a:fillRect l="-13114" t="0" r="-1311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22507" y="4109115"/>
            <a:ext cx="2457525" cy="3102095"/>
            <a:chOff x="0" y="0"/>
            <a:chExt cx="547578" cy="6911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7578" cy="691199"/>
            </a:xfrm>
            <a:custGeom>
              <a:avLst/>
              <a:gdLst/>
              <a:ahLst/>
              <a:cxnLst/>
              <a:rect r="r" b="b" t="t" l="l"/>
              <a:pathLst>
                <a:path h="691199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5"/>
              <a:stretch>
                <a:fillRect l="-13114" t="0" r="-1311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23007" y="4132609"/>
            <a:ext cx="2457525" cy="3102095"/>
            <a:chOff x="0" y="0"/>
            <a:chExt cx="547578" cy="6911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7578" cy="691199"/>
            </a:xfrm>
            <a:custGeom>
              <a:avLst/>
              <a:gdLst/>
              <a:ahLst/>
              <a:cxnLst/>
              <a:rect r="r" b="b" t="t" l="l"/>
              <a:pathLst>
                <a:path h="691199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6"/>
              <a:stretch>
                <a:fillRect l="-2889" t="0" r="-288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23508" y="4109115"/>
            <a:ext cx="2457525" cy="3102095"/>
            <a:chOff x="0" y="0"/>
            <a:chExt cx="547578" cy="6911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7578" cy="691199"/>
            </a:xfrm>
            <a:custGeom>
              <a:avLst/>
              <a:gdLst/>
              <a:ahLst/>
              <a:cxnLst/>
              <a:rect r="r" b="b" t="t" l="l"/>
              <a:pathLst>
                <a:path h="691199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7"/>
              <a:stretch>
                <a:fillRect l="-28696" t="0" r="-28696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496904" y="647561"/>
            <a:ext cx="68551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MEET THE TEAM...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8178" y="7266090"/>
            <a:ext cx="3550284" cy="50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  <a:spcBef>
                <a:spcPct val="0"/>
              </a:spcBef>
            </a:pPr>
            <a:r>
              <a:rPr lang="en-US" b="true" sz="27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Ovi 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23129" y="7822757"/>
            <a:ext cx="2725216" cy="4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ID:2104010202187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49150" y="7239785"/>
            <a:ext cx="3550284" cy="50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  <a:spcBef>
                <a:spcPct val="0"/>
              </a:spcBef>
            </a:pPr>
            <a:r>
              <a:rPr lang="en-US" b="true" sz="27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Refatul Islam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22507" y="7796452"/>
            <a:ext cx="2725216" cy="4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ID:2104010202188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70318" y="7210306"/>
            <a:ext cx="3550284" cy="50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  <a:spcBef>
                <a:spcPct val="0"/>
              </a:spcBef>
            </a:pPr>
            <a:r>
              <a:rPr lang="en-US" b="true" sz="27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Musrat Jahan Lija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63050" y="7796452"/>
            <a:ext cx="2725216" cy="4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ID:2104010202215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97884" y="7148979"/>
            <a:ext cx="3550284" cy="50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  <a:spcBef>
                <a:spcPct val="0"/>
              </a:spcBef>
            </a:pPr>
            <a:r>
              <a:rPr lang="en-US" b="true" sz="27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Sajia Akter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42558" y="7796452"/>
            <a:ext cx="2725216" cy="4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ID:2104010202217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471083" y="342893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3267" y="485076"/>
            <a:ext cx="5994124" cy="1773322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3267" y="485076"/>
            <a:ext cx="602774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OUTLINE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04588" y="3071382"/>
            <a:ext cx="6060619" cy="874024"/>
            <a:chOff x="0" y="0"/>
            <a:chExt cx="1596212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6212" cy="230196"/>
            </a:xfrm>
            <a:custGeom>
              <a:avLst/>
              <a:gdLst/>
              <a:ahLst/>
              <a:cxnLst/>
              <a:rect r="r" b="b" t="t" l="l"/>
              <a:pathLst>
                <a:path h="230196" w="1596212">
                  <a:moveTo>
                    <a:pt x="65148" y="0"/>
                  </a:moveTo>
                  <a:lnTo>
                    <a:pt x="1531064" y="0"/>
                  </a:lnTo>
                  <a:cubicBezTo>
                    <a:pt x="1548343" y="0"/>
                    <a:pt x="1564913" y="6864"/>
                    <a:pt x="1577131" y="19081"/>
                  </a:cubicBezTo>
                  <a:cubicBezTo>
                    <a:pt x="1589348" y="31299"/>
                    <a:pt x="1596212" y="47870"/>
                    <a:pt x="1596212" y="65148"/>
                  </a:cubicBezTo>
                  <a:lnTo>
                    <a:pt x="1596212" y="165047"/>
                  </a:lnTo>
                  <a:cubicBezTo>
                    <a:pt x="1596212" y="201028"/>
                    <a:pt x="1567044" y="230196"/>
                    <a:pt x="1531064" y="230196"/>
                  </a:cubicBezTo>
                  <a:lnTo>
                    <a:pt x="65148" y="230196"/>
                  </a:lnTo>
                  <a:cubicBezTo>
                    <a:pt x="47870" y="230196"/>
                    <a:pt x="31299" y="223332"/>
                    <a:pt x="19081" y="211114"/>
                  </a:cubicBezTo>
                  <a:cubicBezTo>
                    <a:pt x="6864" y="198897"/>
                    <a:pt x="0" y="182326"/>
                    <a:pt x="0" y="165047"/>
                  </a:cubicBezTo>
                  <a:lnTo>
                    <a:pt x="0" y="65148"/>
                  </a:lnTo>
                  <a:cubicBezTo>
                    <a:pt x="0" y="29168"/>
                    <a:pt x="29168" y="0"/>
                    <a:pt x="65148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6212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1634" y="3192931"/>
            <a:ext cx="54227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4318" y="3176606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069243" y="3071382"/>
            <a:ext cx="6048153" cy="874024"/>
            <a:chOff x="0" y="0"/>
            <a:chExt cx="1592929" cy="2301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2929" cy="230196"/>
            </a:xfrm>
            <a:custGeom>
              <a:avLst/>
              <a:gdLst/>
              <a:ahLst/>
              <a:cxnLst/>
              <a:rect r="r" b="b" t="t" l="l"/>
              <a:pathLst>
                <a:path h="230196" w="1592929">
                  <a:moveTo>
                    <a:pt x="65282" y="0"/>
                  </a:moveTo>
                  <a:lnTo>
                    <a:pt x="1527647" y="0"/>
                  </a:lnTo>
                  <a:cubicBezTo>
                    <a:pt x="1544961" y="0"/>
                    <a:pt x="1561566" y="6878"/>
                    <a:pt x="1573808" y="19121"/>
                  </a:cubicBezTo>
                  <a:cubicBezTo>
                    <a:pt x="1586051" y="31364"/>
                    <a:pt x="1592929" y="47968"/>
                    <a:pt x="1592929" y="65282"/>
                  </a:cubicBezTo>
                  <a:lnTo>
                    <a:pt x="1592929" y="164913"/>
                  </a:lnTo>
                  <a:cubicBezTo>
                    <a:pt x="1592929" y="182227"/>
                    <a:pt x="1586051" y="198832"/>
                    <a:pt x="1573808" y="211075"/>
                  </a:cubicBezTo>
                  <a:cubicBezTo>
                    <a:pt x="1561566" y="223318"/>
                    <a:pt x="1544961" y="230196"/>
                    <a:pt x="1527647" y="230196"/>
                  </a:cubicBezTo>
                  <a:lnTo>
                    <a:pt x="65282" y="230196"/>
                  </a:lnTo>
                  <a:cubicBezTo>
                    <a:pt x="47968" y="230196"/>
                    <a:pt x="31364" y="223318"/>
                    <a:pt x="19121" y="211075"/>
                  </a:cubicBezTo>
                  <a:cubicBezTo>
                    <a:pt x="6878" y="198832"/>
                    <a:pt x="0" y="182227"/>
                    <a:pt x="0" y="164913"/>
                  </a:cubicBezTo>
                  <a:lnTo>
                    <a:pt x="0" y="65282"/>
                  </a:lnTo>
                  <a:cubicBezTo>
                    <a:pt x="0" y="47968"/>
                    <a:pt x="6878" y="31364"/>
                    <a:pt x="19121" y="19121"/>
                  </a:cubicBezTo>
                  <a:cubicBezTo>
                    <a:pt x="31364" y="6878"/>
                    <a:pt x="47968" y="0"/>
                    <a:pt x="65282" y="0"/>
                  </a:cubicBezTo>
                  <a:close/>
                </a:path>
              </a:pathLst>
            </a:custGeom>
            <a:solidFill>
              <a:srgbClr val="07AFC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92929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34286" y="3196794"/>
            <a:ext cx="10926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967" y="3155519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Motivation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4588" y="4269476"/>
            <a:ext cx="6060619" cy="874024"/>
            <a:chOff x="0" y="0"/>
            <a:chExt cx="1596212" cy="2301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6212" cy="230196"/>
            </a:xfrm>
            <a:custGeom>
              <a:avLst/>
              <a:gdLst/>
              <a:ahLst/>
              <a:cxnLst/>
              <a:rect r="r" b="b" t="t" l="l"/>
              <a:pathLst>
                <a:path h="230196" w="1596212">
                  <a:moveTo>
                    <a:pt x="65148" y="0"/>
                  </a:moveTo>
                  <a:lnTo>
                    <a:pt x="1531064" y="0"/>
                  </a:lnTo>
                  <a:cubicBezTo>
                    <a:pt x="1548343" y="0"/>
                    <a:pt x="1564913" y="6864"/>
                    <a:pt x="1577131" y="19081"/>
                  </a:cubicBezTo>
                  <a:cubicBezTo>
                    <a:pt x="1589348" y="31299"/>
                    <a:pt x="1596212" y="47870"/>
                    <a:pt x="1596212" y="65148"/>
                  </a:cubicBezTo>
                  <a:lnTo>
                    <a:pt x="1596212" y="165047"/>
                  </a:lnTo>
                  <a:cubicBezTo>
                    <a:pt x="1596212" y="201028"/>
                    <a:pt x="1567044" y="230196"/>
                    <a:pt x="1531064" y="230196"/>
                  </a:cubicBezTo>
                  <a:lnTo>
                    <a:pt x="65148" y="230196"/>
                  </a:lnTo>
                  <a:cubicBezTo>
                    <a:pt x="47870" y="230196"/>
                    <a:pt x="31299" y="223332"/>
                    <a:pt x="19081" y="211114"/>
                  </a:cubicBezTo>
                  <a:cubicBezTo>
                    <a:pt x="6864" y="198897"/>
                    <a:pt x="0" y="182326"/>
                    <a:pt x="0" y="165047"/>
                  </a:cubicBezTo>
                  <a:lnTo>
                    <a:pt x="0" y="65148"/>
                  </a:lnTo>
                  <a:cubicBezTo>
                    <a:pt x="0" y="29168"/>
                    <a:pt x="29168" y="0"/>
                    <a:pt x="65148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dash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96212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01429" y="4374701"/>
            <a:ext cx="86268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4318" y="4374701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Features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069243" y="4269476"/>
            <a:ext cx="6048153" cy="874024"/>
            <a:chOff x="0" y="0"/>
            <a:chExt cx="1592929" cy="2301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2929" cy="230196"/>
            </a:xfrm>
            <a:custGeom>
              <a:avLst/>
              <a:gdLst/>
              <a:ahLst/>
              <a:cxnLst/>
              <a:rect r="r" b="b" t="t" l="l"/>
              <a:pathLst>
                <a:path h="230196" w="1592929">
                  <a:moveTo>
                    <a:pt x="65282" y="0"/>
                  </a:moveTo>
                  <a:lnTo>
                    <a:pt x="1527647" y="0"/>
                  </a:lnTo>
                  <a:cubicBezTo>
                    <a:pt x="1544961" y="0"/>
                    <a:pt x="1561566" y="6878"/>
                    <a:pt x="1573808" y="19121"/>
                  </a:cubicBezTo>
                  <a:cubicBezTo>
                    <a:pt x="1586051" y="31364"/>
                    <a:pt x="1592929" y="47968"/>
                    <a:pt x="1592929" y="65282"/>
                  </a:cubicBezTo>
                  <a:lnTo>
                    <a:pt x="1592929" y="164913"/>
                  </a:lnTo>
                  <a:cubicBezTo>
                    <a:pt x="1592929" y="182227"/>
                    <a:pt x="1586051" y="198832"/>
                    <a:pt x="1573808" y="211075"/>
                  </a:cubicBezTo>
                  <a:cubicBezTo>
                    <a:pt x="1561566" y="223318"/>
                    <a:pt x="1544961" y="230196"/>
                    <a:pt x="1527647" y="230196"/>
                  </a:cubicBezTo>
                  <a:lnTo>
                    <a:pt x="65282" y="230196"/>
                  </a:lnTo>
                  <a:cubicBezTo>
                    <a:pt x="47968" y="230196"/>
                    <a:pt x="31364" y="223318"/>
                    <a:pt x="19121" y="211075"/>
                  </a:cubicBezTo>
                  <a:cubicBezTo>
                    <a:pt x="6878" y="198832"/>
                    <a:pt x="0" y="182227"/>
                    <a:pt x="0" y="164913"/>
                  </a:cubicBezTo>
                  <a:lnTo>
                    <a:pt x="0" y="65282"/>
                  </a:lnTo>
                  <a:cubicBezTo>
                    <a:pt x="0" y="47968"/>
                    <a:pt x="6878" y="31364"/>
                    <a:pt x="19121" y="19121"/>
                  </a:cubicBezTo>
                  <a:cubicBezTo>
                    <a:pt x="31364" y="6878"/>
                    <a:pt x="47968" y="0"/>
                    <a:pt x="65282" y="0"/>
                  </a:cubicBezTo>
                  <a:close/>
                </a:path>
              </a:pathLst>
            </a:custGeom>
            <a:solidFill>
              <a:srgbClr val="07AFC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92929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234286" y="4394889"/>
            <a:ext cx="10926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26967" y="4353613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71083" y="5610225"/>
            <a:ext cx="6060619" cy="874024"/>
            <a:chOff x="0" y="0"/>
            <a:chExt cx="1596212" cy="2301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6212" cy="230196"/>
            </a:xfrm>
            <a:custGeom>
              <a:avLst/>
              <a:gdLst/>
              <a:ahLst/>
              <a:cxnLst/>
              <a:rect r="r" b="b" t="t" l="l"/>
              <a:pathLst>
                <a:path h="230196" w="1596212">
                  <a:moveTo>
                    <a:pt x="65148" y="0"/>
                  </a:moveTo>
                  <a:lnTo>
                    <a:pt x="1531064" y="0"/>
                  </a:lnTo>
                  <a:cubicBezTo>
                    <a:pt x="1548343" y="0"/>
                    <a:pt x="1564913" y="6864"/>
                    <a:pt x="1577131" y="19081"/>
                  </a:cubicBezTo>
                  <a:cubicBezTo>
                    <a:pt x="1589348" y="31299"/>
                    <a:pt x="1596212" y="47870"/>
                    <a:pt x="1596212" y="65148"/>
                  </a:cubicBezTo>
                  <a:lnTo>
                    <a:pt x="1596212" y="165047"/>
                  </a:lnTo>
                  <a:cubicBezTo>
                    <a:pt x="1596212" y="201028"/>
                    <a:pt x="1567044" y="230196"/>
                    <a:pt x="1531064" y="230196"/>
                  </a:cubicBezTo>
                  <a:lnTo>
                    <a:pt x="65148" y="230196"/>
                  </a:lnTo>
                  <a:cubicBezTo>
                    <a:pt x="47870" y="230196"/>
                    <a:pt x="31299" y="223332"/>
                    <a:pt x="19081" y="211114"/>
                  </a:cubicBezTo>
                  <a:cubicBezTo>
                    <a:pt x="6864" y="198897"/>
                    <a:pt x="0" y="182326"/>
                    <a:pt x="0" y="165047"/>
                  </a:cubicBezTo>
                  <a:lnTo>
                    <a:pt x="0" y="65148"/>
                  </a:lnTo>
                  <a:cubicBezTo>
                    <a:pt x="0" y="29168"/>
                    <a:pt x="29168" y="0"/>
                    <a:pt x="65148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dash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596212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14779" y="5735638"/>
            <a:ext cx="63598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90812" y="5715450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Result Analysis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35738" y="5610225"/>
            <a:ext cx="6048153" cy="874024"/>
            <a:chOff x="0" y="0"/>
            <a:chExt cx="1592929" cy="2301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92929" cy="230196"/>
            </a:xfrm>
            <a:custGeom>
              <a:avLst/>
              <a:gdLst/>
              <a:ahLst/>
              <a:cxnLst/>
              <a:rect r="r" b="b" t="t" l="l"/>
              <a:pathLst>
                <a:path h="230196" w="1592929">
                  <a:moveTo>
                    <a:pt x="65282" y="0"/>
                  </a:moveTo>
                  <a:lnTo>
                    <a:pt x="1527647" y="0"/>
                  </a:lnTo>
                  <a:cubicBezTo>
                    <a:pt x="1544961" y="0"/>
                    <a:pt x="1561566" y="6878"/>
                    <a:pt x="1573808" y="19121"/>
                  </a:cubicBezTo>
                  <a:cubicBezTo>
                    <a:pt x="1586051" y="31364"/>
                    <a:pt x="1592929" y="47968"/>
                    <a:pt x="1592929" y="65282"/>
                  </a:cubicBezTo>
                  <a:lnTo>
                    <a:pt x="1592929" y="164913"/>
                  </a:lnTo>
                  <a:cubicBezTo>
                    <a:pt x="1592929" y="182227"/>
                    <a:pt x="1586051" y="198832"/>
                    <a:pt x="1573808" y="211075"/>
                  </a:cubicBezTo>
                  <a:cubicBezTo>
                    <a:pt x="1561566" y="223318"/>
                    <a:pt x="1544961" y="230196"/>
                    <a:pt x="1527647" y="230196"/>
                  </a:cubicBezTo>
                  <a:lnTo>
                    <a:pt x="65282" y="230196"/>
                  </a:lnTo>
                  <a:cubicBezTo>
                    <a:pt x="47968" y="230196"/>
                    <a:pt x="31364" y="223318"/>
                    <a:pt x="19121" y="211075"/>
                  </a:cubicBezTo>
                  <a:cubicBezTo>
                    <a:pt x="6878" y="198832"/>
                    <a:pt x="0" y="182227"/>
                    <a:pt x="0" y="164913"/>
                  </a:cubicBezTo>
                  <a:lnTo>
                    <a:pt x="0" y="65282"/>
                  </a:lnTo>
                  <a:cubicBezTo>
                    <a:pt x="0" y="47968"/>
                    <a:pt x="6878" y="31364"/>
                    <a:pt x="19121" y="19121"/>
                  </a:cubicBezTo>
                  <a:cubicBezTo>
                    <a:pt x="31364" y="6878"/>
                    <a:pt x="47968" y="0"/>
                    <a:pt x="65282" y="0"/>
                  </a:cubicBezTo>
                  <a:close/>
                </a:path>
              </a:pathLst>
            </a:custGeom>
            <a:solidFill>
              <a:srgbClr val="07AFC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92929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300781" y="5735638"/>
            <a:ext cx="10926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26967" y="5772150"/>
            <a:ext cx="506633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Limitation &amp; Future Work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71083" y="6808319"/>
            <a:ext cx="6060619" cy="874024"/>
            <a:chOff x="0" y="0"/>
            <a:chExt cx="1596212" cy="2301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96212" cy="230196"/>
            </a:xfrm>
            <a:custGeom>
              <a:avLst/>
              <a:gdLst/>
              <a:ahLst/>
              <a:cxnLst/>
              <a:rect r="r" b="b" t="t" l="l"/>
              <a:pathLst>
                <a:path h="230196" w="1596212">
                  <a:moveTo>
                    <a:pt x="65148" y="0"/>
                  </a:moveTo>
                  <a:lnTo>
                    <a:pt x="1531064" y="0"/>
                  </a:lnTo>
                  <a:cubicBezTo>
                    <a:pt x="1548343" y="0"/>
                    <a:pt x="1564913" y="6864"/>
                    <a:pt x="1577131" y="19081"/>
                  </a:cubicBezTo>
                  <a:cubicBezTo>
                    <a:pt x="1589348" y="31299"/>
                    <a:pt x="1596212" y="47870"/>
                    <a:pt x="1596212" y="65148"/>
                  </a:cubicBezTo>
                  <a:lnTo>
                    <a:pt x="1596212" y="165047"/>
                  </a:lnTo>
                  <a:cubicBezTo>
                    <a:pt x="1596212" y="201028"/>
                    <a:pt x="1567044" y="230196"/>
                    <a:pt x="1531064" y="230196"/>
                  </a:cubicBezTo>
                  <a:lnTo>
                    <a:pt x="65148" y="230196"/>
                  </a:lnTo>
                  <a:cubicBezTo>
                    <a:pt x="47870" y="230196"/>
                    <a:pt x="31299" y="223332"/>
                    <a:pt x="19081" y="211114"/>
                  </a:cubicBezTo>
                  <a:cubicBezTo>
                    <a:pt x="6864" y="198897"/>
                    <a:pt x="0" y="182326"/>
                    <a:pt x="0" y="165047"/>
                  </a:cubicBezTo>
                  <a:lnTo>
                    <a:pt x="0" y="65148"/>
                  </a:lnTo>
                  <a:cubicBezTo>
                    <a:pt x="0" y="29168"/>
                    <a:pt x="29168" y="0"/>
                    <a:pt x="65148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dash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96212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01429" y="6913544"/>
            <a:ext cx="86268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90812" y="6913544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135738" y="6808319"/>
            <a:ext cx="6048153" cy="874024"/>
            <a:chOff x="0" y="0"/>
            <a:chExt cx="1592929" cy="2301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92929" cy="230196"/>
            </a:xfrm>
            <a:custGeom>
              <a:avLst/>
              <a:gdLst/>
              <a:ahLst/>
              <a:cxnLst/>
              <a:rect r="r" b="b" t="t" l="l"/>
              <a:pathLst>
                <a:path h="230196" w="1592929">
                  <a:moveTo>
                    <a:pt x="65282" y="0"/>
                  </a:moveTo>
                  <a:lnTo>
                    <a:pt x="1527647" y="0"/>
                  </a:lnTo>
                  <a:cubicBezTo>
                    <a:pt x="1544961" y="0"/>
                    <a:pt x="1561566" y="6878"/>
                    <a:pt x="1573808" y="19121"/>
                  </a:cubicBezTo>
                  <a:cubicBezTo>
                    <a:pt x="1586051" y="31364"/>
                    <a:pt x="1592929" y="47968"/>
                    <a:pt x="1592929" y="65282"/>
                  </a:cubicBezTo>
                  <a:lnTo>
                    <a:pt x="1592929" y="164913"/>
                  </a:lnTo>
                  <a:cubicBezTo>
                    <a:pt x="1592929" y="182227"/>
                    <a:pt x="1586051" y="198832"/>
                    <a:pt x="1573808" y="211075"/>
                  </a:cubicBezTo>
                  <a:cubicBezTo>
                    <a:pt x="1561566" y="223318"/>
                    <a:pt x="1544961" y="230196"/>
                    <a:pt x="1527647" y="230196"/>
                  </a:cubicBezTo>
                  <a:lnTo>
                    <a:pt x="65282" y="230196"/>
                  </a:lnTo>
                  <a:cubicBezTo>
                    <a:pt x="47968" y="230196"/>
                    <a:pt x="31364" y="223318"/>
                    <a:pt x="19121" y="211075"/>
                  </a:cubicBezTo>
                  <a:cubicBezTo>
                    <a:pt x="6878" y="198832"/>
                    <a:pt x="0" y="182227"/>
                    <a:pt x="0" y="164913"/>
                  </a:cubicBezTo>
                  <a:lnTo>
                    <a:pt x="0" y="65282"/>
                  </a:lnTo>
                  <a:cubicBezTo>
                    <a:pt x="0" y="47968"/>
                    <a:pt x="6878" y="31364"/>
                    <a:pt x="19121" y="19121"/>
                  </a:cubicBezTo>
                  <a:cubicBezTo>
                    <a:pt x="31364" y="6878"/>
                    <a:pt x="47968" y="0"/>
                    <a:pt x="65282" y="0"/>
                  </a:cubicBezTo>
                  <a:close/>
                </a:path>
              </a:pathLst>
            </a:custGeom>
            <a:solidFill>
              <a:srgbClr val="07AFC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592929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300781" y="6933732"/>
            <a:ext cx="10926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393461" y="6892457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Reference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133337" y="296738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75521" y="438922"/>
            <a:ext cx="5994124" cy="1773322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75521" y="438922"/>
            <a:ext cx="602774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9086" y="3621944"/>
            <a:ext cx="11742456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D0F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Bidding System?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72772" y="5373334"/>
            <a:ext cx="11742456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D0F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Bidding System is important?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69086" y="7159154"/>
            <a:ext cx="11742456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D0F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Laravel framework with User-friendly interface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2947972"/>
            <a:ext cx="2455630" cy="5790271"/>
            <a:chOff x="0" y="0"/>
            <a:chExt cx="665324" cy="1568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5324" cy="1568805"/>
            </a:xfrm>
            <a:custGeom>
              <a:avLst/>
              <a:gdLst/>
              <a:ahLst/>
              <a:cxnLst/>
              <a:rect r="r" b="b" t="t" l="l"/>
              <a:pathLst>
                <a:path h="1568805" w="665324">
                  <a:moveTo>
                    <a:pt x="0" y="0"/>
                  </a:moveTo>
                  <a:lnTo>
                    <a:pt x="665324" y="0"/>
                  </a:lnTo>
                  <a:lnTo>
                    <a:pt x="665324" y="1568805"/>
                  </a:lnTo>
                  <a:lnTo>
                    <a:pt x="0" y="1568805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65324" cy="1616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07149" y="3392110"/>
            <a:ext cx="441890" cy="1367718"/>
            <a:chOff x="0" y="0"/>
            <a:chExt cx="847440" cy="26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218831" y="3392110"/>
            <a:ext cx="3241082" cy="1367718"/>
            <a:chOff x="0" y="0"/>
            <a:chExt cx="1838524" cy="7758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9816" y="3211135"/>
            <a:ext cx="1872263" cy="154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693755" y="5143500"/>
            <a:ext cx="441890" cy="1367718"/>
            <a:chOff x="0" y="0"/>
            <a:chExt cx="847440" cy="26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2225" y="5143500"/>
            <a:ext cx="3241082" cy="1367718"/>
            <a:chOff x="0" y="0"/>
            <a:chExt cx="1838524" cy="775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96423" y="4962525"/>
            <a:ext cx="1872263" cy="154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698597" y="6892218"/>
            <a:ext cx="441890" cy="1367718"/>
            <a:chOff x="0" y="0"/>
            <a:chExt cx="847440" cy="26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27383" y="6892218"/>
            <a:ext cx="3241082" cy="1367718"/>
            <a:chOff x="0" y="0"/>
            <a:chExt cx="1838524" cy="7758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01264" y="6711243"/>
            <a:ext cx="1872263" cy="154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514822" y="1274234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7005" y="1416418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98010" y="1416418"/>
            <a:ext cx="602774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MOTIVATION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6339" y="3975995"/>
            <a:ext cx="3152983" cy="4201664"/>
            <a:chOff x="0" y="0"/>
            <a:chExt cx="704518" cy="938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518" cy="938840"/>
            </a:xfrm>
            <a:custGeom>
              <a:avLst/>
              <a:gdLst/>
              <a:ahLst/>
              <a:cxnLst/>
              <a:rect r="r" b="b" t="t" l="l"/>
              <a:pathLst>
                <a:path h="938840" w="704518">
                  <a:moveTo>
                    <a:pt x="61386" y="0"/>
                  </a:moveTo>
                  <a:lnTo>
                    <a:pt x="643132" y="0"/>
                  </a:lnTo>
                  <a:cubicBezTo>
                    <a:pt x="659412" y="0"/>
                    <a:pt x="675026" y="6467"/>
                    <a:pt x="686538" y="17979"/>
                  </a:cubicBezTo>
                  <a:cubicBezTo>
                    <a:pt x="698050" y="29491"/>
                    <a:pt x="704518" y="45105"/>
                    <a:pt x="704518" y="61386"/>
                  </a:cubicBezTo>
                  <a:lnTo>
                    <a:pt x="704518" y="877454"/>
                  </a:lnTo>
                  <a:cubicBezTo>
                    <a:pt x="704518" y="911357"/>
                    <a:pt x="677034" y="938840"/>
                    <a:pt x="643132" y="938840"/>
                  </a:cubicBezTo>
                  <a:lnTo>
                    <a:pt x="61386" y="938840"/>
                  </a:lnTo>
                  <a:cubicBezTo>
                    <a:pt x="27483" y="938840"/>
                    <a:pt x="0" y="911357"/>
                    <a:pt x="0" y="877454"/>
                  </a:cubicBezTo>
                  <a:lnTo>
                    <a:pt x="0" y="61386"/>
                  </a:lnTo>
                  <a:cubicBezTo>
                    <a:pt x="0" y="27483"/>
                    <a:pt x="27483" y="0"/>
                    <a:pt x="613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04518" cy="9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18935" y="3975995"/>
            <a:ext cx="3152983" cy="4201664"/>
            <a:chOff x="0" y="0"/>
            <a:chExt cx="704518" cy="938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518" cy="938840"/>
            </a:xfrm>
            <a:custGeom>
              <a:avLst/>
              <a:gdLst/>
              <a:ahLst/>
              <a:cxnLst/>
              <a:rect r="r" b="b" t="t" l="l"/>
              <a:pathLst>
                <a:path h="938840" w="704518">
                  <a:moveTo>
                    <a:pt x="61386" y="0"/>
                  </a:moveTo>
                  <a:lnTo>
                    <a:pt x="643132" y="0"/>
                  </a:lnTo>
                  <a:cubicBezTo>
                    <a:pt x="659412" y="0"/>
                    <a:pt x="675026" y="6467"/>
                    <a:pt x="686538" y="17979"/>
                  </a:cubicBezTo>
                  <a:cubicBezTo>
                    <a:pt x="698050" y="29491"/>
                    <a:pt x="704518" y="45105"/>
                    <a:pt x="704518" y="61386"/>
                  </a:cubicBezTo>
                  <a:lnTo>
                    <a:pt x="704518" y="877454"/>
                  </a:lnTo>
                  <a:cubicBezTo>
                    <a:pt x="704518" y="911357"/>
                    <a:pt x="677034" y="938840"/>
                    <a:pt x="643132" y="938840"/>
                  </a:cubicBezTo>
                  <a:lnTo>
                    <a:pt x="61386" y="938840"/>
                  </a:lnTo>
                  <a:cubicBezTo>
                    <a:pt x="27483" y="938840"/>
                    <a:pt x="0" y="911357"/>
                    <a:pt x="0" y="877454"/>
                  </a:cubicBezTo>
                  <a:lnTo>
                    <a:pt x="0" y="61386"/>
                  </a:lnTo>
                  <a:cubicBezTo>
                    <a:pt x="0" y="27483"/>
                    <a:pt x="27483" y="0"/>
                    <a:pt x="613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04518" cy="9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18806" y="3975995"/>
            <a:ext cx="3152983" cy="4201664"/>
            <a:chOff x="0" y="0"/>
            <a:chExt cx="704518" cy="938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518" cy="938840"/>
            </a:xfrm>
            <a:custGeom>
              <a:avLst/>
              <a:gdLst/>
              <a:ahLst/>
              <a:cxnLst/>
              <a:rect r="r" b="b" t="t" l="l"/>
              <a:pathLst>
                <a:path h="938840" w="704518">
                  <a:moveTo>
                    <a:pt x="61386" y="0"/>
                  </a:moveTo>
                  <a:lnTo>
                    <a:pt x="643132" y="0"/>
                  </a:lnTo>
                  <a:cubicBezTo>
                    <a:pt x="659412" y="0"/>
                    <a:pt x="675026" y="6467"/>
                    <a:pt x="686538" y="17979"/>
                  </a:cubicBezTo>
                  <a:cubicBezTo>
                    <a:pt x="698050" y="29491"/>
                    <a:pt x="704518" y="45105"/>
                    <a:pt x="704518" y="61386"/>
                  </a:cubicBezTo>
                  <a:lnTo>
                    <a:pt x="704518" y="877454"/>
                  </a:lnTo>
                  <a:cubicBezTo>
                    <a:pt x="704518" y="911357"/>
                    <a:pt x="677034" y="938840"/>
                    <a:pt x="643132" y="938840"/>
                  </a:cubicBezTo>
                  <a:lnTo>
                    <a:pt x="61386" y="938840"/>
                  </a:lnTo>
                  <a:cubicBezTo>
                    <a:pt x="27483" y="938840"/>
                    <a:pt x="0" y="911357"/>
                    <a:pt x="0" y="877454"/>
                  </a:cubicBezTo>
                  <a:lnTo>
                    <a:pt x="0" y="61386"/>
                  </a:lnTo>
                  <a:cubicBezTo>
                    <a:pt x="0" y="27483"/>
                    <a:pt x="27483" y="0"/>
                    <a:pt x="613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04518" cy="9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18677" y="3975995"/>
            <a:ext cx="3152983" cy="4201664"/>
            <a:chOff x="0" y="0"/>
            <a:chExt cx="704518" cy="938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518" cy="938840"/>
            </a:xfrm>
            <a:custGeom>
              <a:avLst/>
              <a:gdLst/>
              <a:ahLst/>
              <a:cxnLst/>
              <a:rect r="r" b="b" t="t" l="l"/>
              <a:pathLst>
                <a:path h="938840" w="704518">
                  <a:moveTo>
                    <a:pt x="61386" y="0"/>
                  </a:moveTo>
                  <a:lnTo>
                    <a:pt x="643132" y="0"/>
                  </a:lnTo>
                  <a:cubicBezTo>
                    <a:pt x="659412" y="0"/>
                    <a:pt x="675026" y="6467"/>
                    <a:pt x="686538" y="17979"/>
                  </a:cubicBezTo>
                  <a:cubicBezTo>
                    <a:pt x="698050" y="29491"/>
                    <a:pt x="704518" y="45105"/>
                    <a:pt x="704518" y="61386"/>
                  </a:cubicBezTo>
                  <a:lnTo>
                    <a:pt x="704518" y="877454"/>
                  </a:lnTo>
                  <a:cubicBezTo>
                    <a:pt x="704518" y="911357"/>
                    <a:pt x="677034" y="938840"/>
                    <a:pt x="643132" y="938840"/>
                  </a:cubicBezTo>
                  <a:lnTo>
                    <a:pt x="61386" y="938840"/>
                  </a:lnTo>
                  <a:cubicBezTo>
                    <a:pt x="27483" y="938840"/>
                    <a:pt x="0" y="911357"/>
                    <a:pt x="0" y="877454"/>
                  </a:cubicBezTo>
                  <a:lnTo>
                    <a:pt x="0" y="61386"/>
                  </a:lnTo>
                  <a:cubicBezTo>
                    <a:pt x="0" y="27483"/>
                    <a:pt x="27483" y="0"/>
                    <a:pt x="613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4518" cy="9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871713" y="6179451"/>
            <a:ext cx="2760569" cy="129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A3E4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Transparency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651130" y="6253039"/>
            <a:ext cx="2850565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3A3E46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Real-time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418677" y="5933951"/>
            <a:ext cx="3047206" cy="129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A3E46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User Experience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94044" y="6102288"/>
            <a:ext cx="2797574" cy="129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A3E46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Streamlining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746880" y="3851196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2873052" y="4162377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01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539870" y="3851196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6684928" y="4074490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438794" y="3851196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10583852" y="4066241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338665" y="36937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6" id="36"/>
          <p:cNvSpPr txBox="true"/>
          <p:nvPr/>
        </p:nvSpPr>
        <p:spPr>
          <a:xfrm rot="0">
            <a:off x="14483723" y="39670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356185" y="336359"/>
            <a:ext cx="5219162" cy="1544054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79987" y="460161"/>
            <a:ext cx="5219162" cy="1544054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50710" y="530754"/>
            <a:ext cx="5248438" cy="93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</a:pPr>
            <a:r>
              <a:rPr lang="en-US" sz="609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FEATURES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80067" y="2735665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30"/>
                </a:lnTo>
                <a:lnTo>
                  <a:pt x="0" y="87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03896" y="2935044"/>
            <a:ext cx="619715" cy="42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6753" y="2717705"/>
            <a:ext cx="5497570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User-specific dashboard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680067" y="3959972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29"/>
                </a:lnTo>
                <a:lnTo>
                  <a:pt x="0" y="872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803896" y="4159350"/>
            <a:ext cx="619715" cy="4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6753" y="3942012"/>
            <a:ext cx="5497570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Admin dashboard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680067" y="5184526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30"/>
                </a:lnTo>
                <a:lnTo>
                  <a:pt x="0" y="87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03896" y="5383905"/>
            <a:ext cx="619715" cy="4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6753" y="5166566"/>
            <a:ext cx="7105670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Bid creation with admin approval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680067" y="6408833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30"/>
                </a:lnTo>
                <a:lnTo>
                  <a:pt x="0" y="87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803896" y="6608212"/>
            <a:ext cx="619715" cy="4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16753" y="6390873"/>
            <a:ext cx="5497570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Bid participation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680067" y="7633388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29"/>
                </a:lnTo>
                <a:lnTo>
                  <a:pt x="0" y="872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803896" y="7832766"/>
            <a:ext cx="619715" cy="4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16753" y="7615427"/>
            <a:ext cx="5497570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Profile updates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680067" y="8844460"/>
            <a:ext cx="867372" cy="872129"/>
          </a:xfrm>
          <a:custGeom>
            <a:avLst/>
            <a:gdLst/>
            <a:ahLst/>
            <a:cxnLst/>
            <a:rect r="r" b="b" t="t" l="l"/>
            <a:pathLst>
              <a:path h="872129" w="867372">
                <a:moveTo>
                  <a:pt x="0" y="0"/>
                </a:moveTo>
                <a:lnTo>
                  <a:pt x="867372" y="0"/>
                </a:lnTo>
                <a:lnTo>
                  <a:pt x="867372" y="872130"/>
                </a:lnTo>
                <a:lnTo>
                  <a:pt x="0" y="87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03896" y="9043839"/>
            <a:ext cx="619715" cy="4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16753" y="8826500"/>
            <a:ext cx="680006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authentication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086828" y="2359320"/>
            <a:ext cx="4114344" cy="6898980"/>
          </a:xfrm>
          <a:custGeom>
            <a:avLst/>
            <a:gdLst/>
            <a:ahLst/>
            <a:cxnLst/>
            <a:rect r="r" b="b" t="t" l="l"/>
            <a:pathLst>
              <a:path h="6898980" w="4114344">
                <a:moveTo>
                  <a:pt x="0" y="0"/>
                </a:moveTo>
                <a:lnTo>
                  <a:pt x="4114344" y="0"/>
                </a:lnTo>
                <a:lnTo>
                  <a:pt x="4114344" y="6898980"/>
                </a:lnTo>
                <a:lnTo>
                  <a:pt x="0" y="6898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55555" y="9362112"/>
            <a:ext cx="6335930" cy="874024"/>
            <a:chOff x="0" y="0"/>
            <a:chExt cx="1668722" cy="2301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68722" cy="230196"/>
            </a:xfrm>
            <a:custGeom>
              <a:avLst/>
              <a:gdLst/>
              <a:ahLst/>
              <a:cxnLst/>
              <a:rect r="r" b="b" t="t" l="l"/>
              <a:pathLst>
                <a:path h="230196" w="1668722">
                  <a:moveTo>
                    <a:pt x="70871" y="0"/>
                  </a:moveTo>
                  <a:lnTo>
                    <a:pt x="1597852" y="0"/>
                  </a:lnTo>
                  <a:cubicBezTo>
                    <a:pt x="1616648" y="0"/>
                    <a:pt x="1634674" y="7467"/>
                    <a:pt x="1647965" y="20758"/>
                  </a:cubicBezTo>
                  <a:cubicBezTo>
                    <a:pt x="1661256" y="34048"/>
                    <a:pt x="1668722" y="52075"/>
                    <a:pt x="1668722" y="70871"/>
                  </a:cubicBezTo>
                  <a:lnTo>
                    <a:pt x="1668722" y="159325"/>
                  </a:lnTo>
                  <a:cubicBezTo>
                    <a:pt x="1668722" y="198466"/>
                    <a:pt x="1636993" y="230196"/>
                    <a:pt x="1597852" y="230196"/>
                  </a:cubicBezTo>
                  <a:lnTo>
                    <a:pt x="70871" y="230196"/>
                  </a:lnTo>
                  <a:cubicBezTo>
                    <a:pt x="31730" y="230196"/>
                    <a:pt x="0" y="198466"/>
                    <a:pt x="0" y="159325"/>
                  </a:cubicBezTo>
                  <a:lnTo>
                    <a:pt x="0" y="70871"/>
                  </a:lnTo>
                  <a:cubicBezTo>
                    <a:pt x="0" y="31730"/>
                    <a:pt x="31730" y="0"/>
                    <a:pt x="70871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68722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91600" y="9467337"/>
            <a:ext cx="579988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Description Algorithm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189283" y="154873"/>
            <a:ext cx="7166901" cy="14810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59286" y="273620"/>
            <a:ext cx="7166901" cy="14810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48077" y="8999138"/>
            <a:ext cx="4491345" cy="874024"/>
            <a:chOff x="0" y="0"/>
            <a:chExt cx="1182906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2906" cy="230196"/>
            </a:xfrm>
            <a:custGeom>
              <a:avLst/>
              <a:gdLst/>
              <a:ahLst/>
              <a:cxnLst/>
              <a:rect r="r" b="b" t="t" l="l"/>
              <a:pathLst>
                <a:path h="230196" w="1182906">
                  <a:moveTo>
                    <a:pt x="99977" y="0"/>
                  </a:moveTo>
                  <a:lnTo>
                    <a:pt x="1082929" y="0"/>
                  </a:lnTo>
                  <a:cubicBezTo>
                    <a:pt x="1109444" y="0"/>
                    <a:pt x="1134874" y="10533"/>
                    <a:pt x="1153623" y="29283"/>
                  </a:cubicBezTo>
                  <a:cubicBezTo>
                    <a:pt x="1172372" y="48032"/>
                    <a:pt x="1182906" y="73461"/>
                    <a:pt x="1182906" y="99977"/>
                  </a:cubicBezTo>
                  <a:lnTo>
                    <a:pt x="1182906" y="130219"/>
                  </a:lnTo>
                  <a:cubicBezTo>
                    <a:pt x="1182906" y="185434"/>
                    <a:pt x="1138144" y="230196"/>
                    <a:pt x="1082929" y="230196"/>
                  </a:cubicBezTo>
                  <a:lnTo>
                    <a:pt x="99977" y="230196"/>
                  </a:lnTo>
                  <a:cubicBezTo>
                    <a:pt x="44761" y="230196"/>
                    <a:pt x="0" y="185434"/>
                    <a:pt x="0" y="130219"/>
                  </a:cubicBezTo>
                  <a:lnTo>
                    <a:pt x="0" y="99977"/>
                  </a:lnTo>
                  <a:cubicBezTo>
                    <a:pt x="0" y="44761"/>
                    <a:pt x="44761" y="0"/>
                    <a:pt x="99977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82906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348077" y="3421545"/>
            <a:ext cx="4491345" cy="5297580"/>
          </a:xfrm>
          <a:custGeom>
            <a:avLst/>
            <a:gdLst/>
            <a:ahLst/>
            <a:cxnLst/>
            <a:rect r="r" b="b" t="t" l="l"/>
            <a:pathLst>
              <a:path h="5297580" w="4491345">
                <a:moveTo>
                  <a:pt x="0" y="0"/>
                </a:moveTo>
                <a:lnTo>
                  <a:pt x="4491345" y="0"/>
                </a:lnTo>
                <a:lnTo>
                  <a:pt x="4491345" y="5297580"/>
                </a:lnTo>
                <a:lnTo>
                  <a:pt x="0" y="529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13" r="0" b="-241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50599" y="3382501"/>
            <a:ext cx="3806423" cy="5375668"/>
          </a:xfrm>
          <a:custGeom>
            <a:avLst/>
            <a:gdLst/>
            <a:ahLst/>
            <a:cxnLst/>
            <a:rect r="r" b="b" t="t" l="l"/>
            <a:pathLst>
              <a:path h="5375668" w="3806423">
                <a:moveTo>
                  <a:pt x="0" y="0"/>
                </a:moveTo>
                <a:lnTo>
                  <a:pt x="3806423" y="0"/>
                </a:lnTo>
                <a:lnTo>
                  <a:pt x="3806423" y="5375668"/>
                </a:lnTo>
                <a:lnTo>
                  <a:pt x="0" y="5375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31" r="0" b="-353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319084" y="264095"/>
            <a:ext cx="7207103" cy="89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sz="5846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3827" y="9104362"/>
            <a:ext cx="174628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687152" y="8999138"/>
            <a:ext cx="4491345" cy="874024"/>
            <a:chOff x="0" y="0"/>
            <a:chExt cx="1182906" cy="2301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2906" cy="230196"/>
            </a:xfrm>
            <a:custGeom>
              <a:avLst/>
              <a:gdLst/>
              <a:ahLst/>
              <a:cxnLst/>
              <a:rect r="r" b="b" t="t" l="l"/>
              <a:pathLst>
                <a:path h="230196" w="1182906">
                  <a:moveTo>
                    <a:pt x="99977" y="0"/>
                  </a:moveTo>
                  <a:lnTo>
                    <a:pt x="1082929" y="0"/>
                  </a:lnTo>
                  <a:cubicBezTo>
                    <a:pt x="1109444" y="0"/>
                    <a:pt x="1134874" y="10533"/>
                    <a:pt x="1153623" y="29283"/>
                  </a:cubicBezTo>
                  <a:cubicBezTo>
                    <a:pt x="1172372" y="48032"/>
                    <a:pt x="1182906" y="73461"/>
                    <a:pt x="1182906" y="99977"/>
                  </a:cubicBezTo>
                  <a:lnTo>
                    <a:pt x="1182906" y="130219"/>
                  </a:lnTo>
                  <a:cubicBezTo>
                    <a:pt x="1182906" y="185434"/>
                    <a:pt x="1138144" y="230196"/>
                    <a:pt x="1082929" y="230196"/>
                  </a:cubicBezTo>
                  <a:lnTo>
                    <a:pt x="99977" y="230196"/>
                  </a:lnTo>
                  <a:cubicBezTo>
                    <a:pt x="44761" y="230196"/>
                    <a:pt x="0" y="185434"/>
                    <a:pt x="0" y="130219"/>
                  </a:cubicBezTo>
                  <a:lnTo>
                    <a:pt x="0" y="99977"/>
                  </a:lnTo>
                  <a:cubicBezTo>
                    <a:pt x="0" y="44761"/>
                    <a:pt x="44761" y="0"/>
                    <a:pt x="99977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82906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08735" y="9104362"/>
            <a:ext cx="84817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574786" y="1852196"/>
            <a:ext cx="4491345" cy="874024"/>
            <a:chOff x="0" y="0"/>
            <a:chExt cx="1182906" cy="23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2906" cy="230196"/>
            </a:xfrm>
            <a:custGeom>
              <a:avLst/>
              <a:gdLst/>
              <a:ahLst/>
              <a:cxnLst/>
              <a:rect r="r" b="b" t="t" l="l"/>
              <a:pathLst>
                <a:path h="230196" w="1182906">
                  <a:moveTo>
                    <a:pt x="99977" y="0"/>
                  </a:moveTo>
                  <a:lnTo>
                    <a:pt x="1082929" y="0"/>
                  </a:lnTo>
                  <a:cubicBezTo>
                    <a:pt x="1109444" y="0"/>
                    <a:pt x="1134874" y="10533"/>
                    <a:pt x="1153623" y="29283"/>
                  </a:cubicBezTo>
                  <a:cubicBezTo>
                    <a:pt x="1172372" y="48032"/>
                    <a:pt x="1182906" y="73461"/>
                    <a:pt x="1182906" y="99977"/>
                  </a:cubicBezTo>
                  <a:lnTo>
                    <a:pt x="1182906" y="130219"/>
                  </a:lnTo>
                  <a:cubicBezTo>
                    <a:pt x="1182906" y="185434"/>
                    <a:pt x="1138144" y="230196"/>
                    <a:pt x="1082929" y="230196"/>
                  </a:cubicBezTo>
                  <a:lnTo>
                    <a:pt x="99977" y="230196"/>
                  </a:lnTo>
                  <a:cubicBezTo>
                    <a:pt x="44761" y="230196"/>
                    <a:pt x="0" y="185434"/>
                    <a:pt x="0" y="130219"/>
                  </a:cubicBezTo>
                  <a:lnTo>
                    <a:pt x="0" y="99977"/>
                  </a:lnTo>
                  <a:cubicBezTo>
                    <a:pt x="0" y="44761"/>
                    <a:pt x="44761" y="0"/>
                    <a:pt x="999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82906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69874" y="1954892"/>
            <a:ext cx="26212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Database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20549" y="9362112"/>
            <a:ext cx="5910256" cy="874024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75975" y="0"/>
                  </a:moveTo>
                  <a:lnTo>
                    <a:pt x="1480636" y="0"/>
                  </a:lnTo>
                  <a:cubicBezTo>
                    <a:pt x="1500786" y="0"/>
                    <a:pt x="1520110" y="8004"/>
                    <a:pt x="1534358" y="22253"/>
                  </a:cubicBezTo>
                  <a:cubicBezTo>
                    <a:pt x="1548606" y="36501"/>
                    <a:pt x="1556611" y="55825"/>
                    <a:pt x="1556611" y="75975"/>
                  </a:cubicBezTo>
                  <a:lnTo>
                    <a:pt x="1556611" y="154221"/>
                  </a:lnTo>
                  <a:cubicBezTo>
                    <a:pt x="1556611" y="174370"/>
                    <a:pt x="1548606" y="193695"/>
                    <a:pt x="1534358" y="207943"/>
                  </a:cubicBezTo>
                  <a:cubicBezTo>
                    <a:pt x="1520110" y="222191"/>
                    <a:pt x="1500786" y="230196"/>
                    <a:pt x="1480636" y="230196"/>
                  </a:cubicBezTo>
                  <a:lnTo>
                    <a:pt x="75975" y="230196"/>
                  </a:lnTo>
                  <a:cubicBezTo>
                    <a:pt x="55825" y="230196"/>
                    <a:pt x="36501" y="222191"/>
                    <a:pt x="22253" y="207943"/>
                  </a:cubicBezTo>
                  <a:cubicBezTo>
                    <a:pt x="8004" y="193695"/>
                    <a:pt x="0" y="174370"/>
                    <a:pt x="0" y="154221"/>
                  </a:cubicBezTo>
                  <a:lnTo>
                    <a:pt x="0" y="75975"/>
                  </a:lnTo>
                  <a:cubicBezTo>
                    <a:pt x="0" y="55825"/>
                    <a:pt x="8004" y="36501"/>
                    <a:pt x="22253" y="22253"/>
                  </a:cubicBezTo>
                  <a:cubicBezTo>
                    <a:pt x="36501" y="8004"/>
                    <a:pt x="55825" y="0"/>
                    <a:pt x="7597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475964" y="2502670"/>
            <a:ext cx="6312111" cy="6755630"/>
          </a:xfrm>
          <a:custGeom>
            <a:avLst/>
            <a:gdLst/>
            <a:ahLst/>
            <a:cxnLst/>
            <a:rect r="r" b="b" t="t" l="l"/>
            <a:pathLst>
              <a:path h="6755630" w="6312111">
                <a:moveTo>
                  <a:pt x="0" y="0"/>
                </a:moveTo>
                <a:lnTo>
                  <a:pt x="6312111" y="0"/>
                </a:lnTo>
                <a:lnTo>
                  <a:pt x="6312111" y="6755630"/>
                </a:lnTo>
                <a:lnTo>
                  <a:pt x="0" y="6755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0111" y="9467337"/>
            <a:ext cx="404796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ER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20549" y="8925100"/>
            <a:ext cx="5910256" cy="874024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75975" y="0"/>
                  </a:moveTo>
                  <a:lnTo>
                    <a:pt x="1480636" y="0"/>
                  </a:lnTo>
                  <a:cubicBezTo>
                    <a:pt x="1500786" y="0"/>
                    <a:pt x="1520110" y="8004"/>
                    <a:pt x="1534358" y="22253"/>
                  </a:cubicBezTo>
                  <a:cubicBezTo>
                    <a:pt x="1548606" y="36501"/>
                    <a:pt x="1556611" y="55825"/>
                    <a:pt x="1556611" y="75975"/>
                  </a:cubicBezTo>
                  <a:lnTo>
                    <a:pt x="1556611" y="154221"/>
                  </a:lnTo>
                  <a:cubicBezTo>
                    <a:pt x="1556611" y="174370"/>
                    <a:pt x="1548606" y="193695"/>
                    <a:pt x="1534358" y="207943"/>
                  </a:cubicBezTo>
                  <a:cubicBezTo>
                    <a:pt x="1520110" y="222191"/>
                    <a:pt x="1500786" y="230196"/>
                    <a:pt x="1480636" y="230196"/>
                  </a:cubicBezTo>
                  <a:lnTo>
                    <a:pt x="75975" y="230196"/>
                  </a:lnTo>
                  <a:cubicBezTo>
                    <a:pt x="55825" y="230196"/>
                    <a:pt x="36501" y="222191"/>
                    <a:pt x="22253" y="207943"/>
                  </a:cubicBezTo>
                  <a:cubicBezTo>
                    <a:pt x="8004" y="193695"/>
                    <a:pt x="0" y="174370"/>
                    <a:pt x="0" y="154221"/>
                  </a:cubicBezTo>
                  <a:lnTo>
                    <a:pt x="0" y="75975"/>
                  </a:lnTo>
                  <a:cubicBezTo>
                    <a:pt x="0" y="55825"/>
                    <a:pt x="8004" y="36501"/>
                    <a:pt x="22253" y="22253"/>
                  </a:cubicBezTo>
                  <a:cubicBezTo>
                    <a:pt x="36501" y="8004"/>
                    <a:pt x="55825" y="0"/>
                    <a:pt x="7597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558576" y="2857685"/>
            <a:ext cx="7034202" cy="5800717"/>
          </a:xfrm>
          <a:custGeom>
            <a:avLst/>
            <a:gdLst/>
            <a:ahLst/>
            <a:cxnLst/>
            <a:rect r="r" b="b" t="t" l="l"/>
            <a:pathLst>
              <a:path h="5800717" w="7034202">
                <a:moveTo>
                  <a:pt x="0" y="0"/>
                </a:moveTo>
                <a:lnTo>
                  <a:pt x="7034202" y="0"/>
                </a:lnTo>
                <a:lnTo>
                  <a:pt x="7034202" y="5800716"/>
                </a:lnTo>
                <a:lnTo>
                  <a:pt x="0" y="580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95075" y="9030325"/>
            <a:ext cx="449424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Sequence Diagram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63416" y="9258300"/>
            <a:ext cx="5910256" cy="874024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75975" y="0"/>
                  </a:moveTo>
                  <a:lnTo>
                    <a:pt x="1480636" y="0"/>
                  </a:lnTo>
                  <a:cubicBezTo>
                    <a:pt x="1500786" y="0"/>
                    <a:pt x="1520110" y="8004"/>
                    <a:pt x="1534358" y="22253"/>
                  </a:cubicBezTo>
                  <a:cubicBezTo>
                    <a:pt x="1548606" y="36501"/>
                    <a:pt x="1556611" y="55825"/>
                    <a:pt x="1556611" y="75975"/>
                  </a:cubicBezTo>
                  <a:lnTo>
                    <a:pt x="1556611" y="154221"/>
                  </a:lnTo>
                  <a:cubicBezTo>
                    <a:pt x="1556611" y="174370"/>
                    <a:pt x="1548606" y="193695"/>
                    <a:pt x="1534358" y="207943"/>
                  </a:cubicBezTo>
                  <a:cubicBezTo>
                    <a:pt x="1520110" y="222191"/>
                    <a:pt x="1500786" y="230196"/>
                    <a:pt x="1480636" y="230196"/>
                  </a:cubicBezTo>
                  <a:lnTo>
                    <a:pt x="75975" y="230196"/>
                  </a:lnTo>
                  <a:cubicBezTo>
                    <a:pt x="55825" y="230196"/>
                    <a:pt x="36501" y="222191"/>
                    <a:pt x="22253" y="207943"/>
                  </a:cubicBezTo>
                  <a:cubicBezTo>
                    <a:pt x="8004" y="193695"/>
                    <a:pt x="0" y="174370"/>
                    <a:pt x="0" y="154221"/>
                  </a:cubicBezTo>
                  <a:lnTo>
                    <a:pt x="0" y="75975"/>
                  </a:lnTo>
                  <a:cubicBezTo>
                    <a:pt x="0" y="55825"/>
                    <a:pt x="8004" y="36501"/>
                    <a:pt x="22253" y="22253"/>
                  </a:cubicBezTo>
                  <a:cubicBezTo>
                    <a:pt x="36501" y="8004"/>
                    <a:pt x="55825" y="0"/>
                    <a:pt x="7597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566568" y="2294795"/>
            <a:ext cx="7127893" cy="6653152"/>
          </a:xfrm>
          <a:custGeom>
            <a:avLst/>
            <a:gdLst/>
            <a:ahLst/>
            <a:cxnLst/>
            <a:rect r="r" b="b" t="t" l="l"/>
            <a:pathLst>
              <a:path h="6653152" w="7127893">
                <a:moveTo>
                  <a:pt x="0" y="0"/>
                </a:moveTo>
                <a:lnTo>
                  <a:pt x="7127893" y="0"/>
                </a:lnTo>
                <a:lnTo>
                  <a:pt x="7127893" y="6653152"/>
                </a:lnTo>
                <a:lnTo>
                  <a:pt x="0" y="6653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37942" y="9363525"/>
            <a:ext cx="449424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 Case Diagram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64148" y="3881587"/>
            <a:ext cx="1205793" cy="655618"/>
            <a:chOff x="0" y="0"/>
            <a:chExt cx="423369" cy="2301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369" cy="230196"/>
            </a:xfrm>
            <a:custGeom>
              <a:avLst/>
              <a:gdLst/>
              <a:ahLst/>
              <a:cxnLst/>
              <a:rect r="r" b="b" t="t" l="l"/>
              <a:pathLst>
                <a:path h="230196" w="423369">
                  <a:moveTo>
                    <a:pt x="115098" y="0"/>
                  </a:moveTo>
                  <a:lnTo>
                    <a:pt x="308271" y="0"/>
                  </a:lnTo>
                  <a:cubicBezTo>
                    <a:pt x="371838" y="0"/>
                    <a:pt x="423369" y="51531"/>
                    <a:pt x="423369" y="115098"/>
                  </a:cubicBezTo>
                  <a:lnTo>
                    <a:pt x="423369" y="115098"/>
                  </a:lnTo>
                  <a:cubicBezTo>
                    <a:pt x="423369" y="145624"/>
                    <a:pt x="411242" y="174899"/>
                    <a:pt x="389657" y="196484"/>
                  </a:cubicBezTo>
                  <a:cubicBezTo>
                    <a:pt x="368072" y="218069"/>
                    <a:pt x="338797" y="230196"/>
                    <a:pt x="308271" y="230196"/>
                  </a:cubicBezTo>
                  <a:lnTo>
                    <a:pt x="115098" y="230196"/>
                  </a:lnTo>
                  <a:cubicBezTo>
                    <a:pt x="84572" y="230196"/>
                    <a:pt x="55296" y="218069"/>
                    <a:pt x="33711" y="196484"/>
                  </a:cubicBezTo>
                  <a:cubicBezTo>
                    <a:pt x="12126" y="174899"/>
                    <a:pt x="0" y="145624"/>
                    <a:pt x="0" y="115098"/>
                  </a:cubicBezTo>
                  <a:lnTo>
                    <a:pt x="0" y="115098"/>
                  </a:lnTo>
                  <a:cubicBezTo>
                    <a:pt x="0" y="84572"/>
                    <a:pt x="12126" y="55296"/>
                    <a:pt x="33711" y="33711"/>
                  </a:cubicBezTo>
                  <a:cubicBezTo>
                    <a:pt x="55296" y="12126"/>
                    <a:pt x="84572" y="0"/>
                    <a:pt x="1150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dash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23369" cy="249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270921" y="3981956"/>
            <a:ext cx="736731" cy="27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6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seller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859452" y="3929212"/>
            <a:ext cx="1205793" cy="655618"/>
            <a:chOff x="0" y="0"/>
            <a:chExt cx="423369" cy="2301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369" cy="230196"/>
            </a:xfrm>
            <a:custGeom>
              <a:avLst/>
              <a:gdLst/>
              <a:ahLst/>
              <a:cxnLst/>
              <a:rect r="r" b="b" t="t" l="l"/>
              <a:pathLst>
                <a:path h="230196" w="423369">
                  <a:moveTo>
                    <a:pt x="115098" y="0"/>
                  </a:moveTo>
                  <a:lnTo>
                    <a:pt x="308271" y="0"/>
                  </a:lnTo>
                  <a:cubicBezTo>
                    <a:pt x="371838" y="0"/>
                    <a:pt x="423369" y="51531"/>
                    <a:pt x="423369" y="115098"/>
                  </a:cubicBezTo>
                  <a:lnTo>
                    <a:pt x="423369" y="115098"/>
                  </a:lnTo>
                  <a:cubicBezTo>
                    <a:pt x="423369" y="145624"/>
                    <a:pt x="411242" y="174899"/>
                    <a:pt x="389657" y="196484"/>
                  </a:cubicBezTo>
                  <a:cubicBezTo>
                    <a:pt x="368072" y="218069"/>
                    <a:pt x="338797" y="230196"/>
                    <a:pt x="308271" y="230196"/>
                  </a:cubicBezTo>
                  <a:lnTo>
                    <a:pt x="115098" y="230196"/>
                  </a:lnTo>
                  <a:cubicBezTo>
                    <a:pt x="84572" y="230196"/>
                    <a:pt x="55296" y="218069"/>
                    <a:pt x="33711" y="196484"/>
                  </a:cubicBezTo>
                  <a:cubicBezTo>
                    <a:pt x="12126" y="174899"/>
                    <a:pt x="0" y="145624"/>
                    <a:pt x="0" y="115098"/>
                  </a:cubicBezTo>
                  <a:lnTo>
                    <a:pt x="0" y="115098"/>
                  </a:lnTo>
                  <a:cubicBezTo>
                    <a:pt x="0" y="84572"/>
                    <a:pt x="12126" y="55296"/>
                    <a:pt x="33711" y="33711"/>
                  </a:cubicBezTo>
                  <a:cubicBezTo>
                    <a:pt x="55296" y="12126"/>
                    <a:pt x="84572" y="0"/>
                    <a:pt x="1150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dash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3369" cy="230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28513" y="4001006"/>
            <a:ext cx="736731" cy="18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Bidder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71025" y="8937031"/>
            <a:ext cx="5910256" cy="874024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75975" y="0"/>
                  </a:moveTo>
                  <a:lnTo>
                    <a:pt x="1480636" y="0"/>
                  </a:lnTo>
                  <a:cubicBezTo>
                    <a:pt x="1500786" y="0"/>
                    <a:pt x="1520110" y="8004"/>
                    <a:pt x="1534358" y="22253"/>
                  </a:cubicBezTo>
                  <a:cubicBezTo>
                    <a:pt x="1548606" y="36501"/>
                    <a:pt x="1556611" y="55825"/>
                    <a:pt x="1556611" y="75975"/>
                  </a:cubicBezTo>
                  <a:lnTo>
                    <a:pt x="1556611" y="154221"/>
                  </a:lnTo>
                  <a:cubicBezTo>
                    <a:pt x="1556611" y="174370"/>
                    <a:pt x="1548606" y="193695"/>
                    <a:pt x="1534358" y="207943"/>
                  </a:cubicBezTo>
                  <a:cubicBezTo>
                    <a:pt x="1520110" y="222191"/>
                    <a:pt x="1500786" y="230196"/>
                    <a:pt x="1480636" y="230196"/>
                  </a:cubicBezTo>
                  <a:lnTo>
                    <a:pt x="75975" y="230196"/>
                  </a:lnTo>
                  <a:cubicBezTo>
                    <a:pt x="55825" y="230196"/>
                    <a:pt x="36501" y="222191"/>
                    <a:pt x="22253" y="207943"/>
                  </a:cubicBezTo>
                  <a:cubicBezTo>
                    <a:pt x="8004" y="193695"/>
                    <a:pt x="0" y="174370"/>
                    <a:pt x="0" y="154221"/>
                  </a:cubicBezTo>
                  <a:lnTo>
                    <a:pt x="0" y="75975"/>
                  </a:lnTo>
                  <a:cubicBezTo>
                    <a:pt x="0" y="55825"/>
                    <a:pt x="8004" y="36501"/>
                    <a:pt x="22253" y="22253"/>
                  </a:cubicBezTo>
                  <a:cubicBezTo>
                    <a:pt x="36501" y="8004"/>
                    <a:pt x="55825" y="0"/>
                    <a:pt x="7597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982788" y="2860827"/>
            <a:ext cx="10322423" cy="5806363"/>
          </a:xfrm>
          <a:custGeom>
            <a:avLst/>
            <a:gdLst/>
            <a:ahLst/>
            <a:cxnLst/>
            <a:rect r="r" b="b" t="t" l="l"/>
            <a:pathLst>
              <a:path h="5806363" w="10322423">
                <a:moveTo>
                  <a:pt x="0" y="0"/>
                </a:moveTo>
                <a:lnTo>
                  <a:pt x="10322424" y="0"/>
                </a:lnTo>
                <a:lnTo>
                  <a:pt x="10322424" y="5806363"/>
                </a:lnTo>
                <a:lnTo>
                  <a:pt x="0" y="5806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87032" y="9013231"/>
            <a:ext cx="449424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Home page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40238" y="4257021"/>
            <a:ext cx="5579360" cy="3138390"/>
          </a:xfrm>
          <a:custGeom>
            <a:avLst/>
            <a:gdLst/>
            <a:ahLst/>
            <a:cxnLst/>
            <a:rect r="r" b="b" t="t" l="l"/>
            <a:pathLst>
              <a:path h="3138390" w="5579360">
                <a:moveTo>
                  <a:pt x="0" y="0"/>
                </a:moveTo>
                <a:lnTo>
                  <a:pt x="5579360" y="0"/>
                </a:lnTo>
                <a:lnTo>
                  <a:pt x="5579360" y="3138390"/>
                </a:lnTo>
                <a:lnTo>
                  <a:pt x="0" y="3138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62190" y="4212620"/>
            <a:ext cx="5737232" cy="3227193"/>
          </a:xfrm>
          <a:custGeom>
            <a:avLst/>
            <a:gdLst/>
            <a:ahLst/>
            <a:cxnLst/>
            <a:rect r="r" b="b" t="t" l="l"/>
            <a:pathLst>
              <a:path h="3227193" w="5737232">
                <a:moveTo>
                  <a:pt x="0" y="0"/>
                </a:moveTo>
                <a:lnTo>
                  <a:pt x="5737231" y="0"/>
                </a:lnTo>
                <a:lnTo>
                  <a:pt x="5737231" y="3227192"/>
                </a:lnTo>
                <a:lnTo>
                  <a:pt x="0" y="322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29156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Registration page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64428" y="7716296"/>
            <a:ext cx="4543505" cy="671905"/>
            <a:chOff x="0" y="0"/>
            <a:chExt cx="1556611" cy="2301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302072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Login page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857154" y="3065850"/>
            <a:ext cx="6173651" cy="671905"/>
            <a:chOff x="0" y="0"/>
            <a:chExt cx="2115101" cy="23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5101" cy="230196"/>
            </a:xfrm>
            <a:custGeom>
              <a:avLst/>
              <a:gdLst/>
              <a:ahLst/>
              <a:cxnLst/>
              <a:rect r="r" b="b" t="t" l="l"/>
              <a:pathLst>
                <a:path h="230196" w="2115101">
                  <a:moveTo>
                    <a:pt x="72734" y="0"/>
                  </a:moveTo>
                  <a:lnTo>
                    <a:pt x="2042367" y="0"/>
                  </a:lnTo>
                  <a:cubicBezTo>
                    <a:pt x="2082537" y="0"/>
                    <a:pt x="2115101" y="32564"/>
                    <a:pt x="2115101" y="72734"/>
                  </a:cubicBezTo>
                  <a:lnTo>
                    <a:pt x="2115101" y="157462"/>
                  </a:lnTo>
                  <a:cubicBezTo>
                    <a:pt x="2115101" y="197632"/>
                    <a:pt x="2082537" y="230196"/>
                    <a:pt x="2042367" y="230196"/>
                  </a:cubicBezTo>
                  <a:lnTo>
                    <a:pt x="72734" y="230196"/>
                  </a:lnTo>
                  <a:cubicBezTo>
                    <a:pt x="32564" y="230196"/>
                    <a:pt x="0" y="197632"/>
                    <a:pt x="0" y="157462"/>
                  </a:cubicBezTo>
                  <a:lnTo>
                    <a:pt x="0" y="72734"/>
                  </a:lnTo>
                  <a:cubicBezTo>
                    <a:pt x="0" y="32564"/>
                    <a:pt x="32564" y="0"/>
                    <a:pt x="72734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1510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126313" y="3150373"/>
            <a:ext cx="5904492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Registration &amp; Login Dashboard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64428" y="7716296"/>
            <a:ext cx="4543505" cy="671905"/>
            <a:chOff x="0" y="0"/>
            <a:chExt cx="1556611" cy="230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742249" y="4101511"/>
            <a:ext cx="5628765" cy="3166180"/>
          </a:xfrm>
          <a:custGeom>
            <a:avLst/>
            <a:gdLst/>
            <a:ahLst/>
            <a:cxnLst/>
            <a:rect r="r" b="b" t="t" l="l"/>
            <a:pathLst>
              <a:path h="3166180" w="5628765">
                <a:moveTo>
                  <a:pt x="0" y="0"/>
                </a:moveTo>
                <a:lnTo>
                  <a:pt x="5628765" y="0"/>
                </a:lnTo>
                <a:lnTo>
                  <a:pt x="5628765" y="3166180"/>
                </a:lnTo>
                <a:lnTo>
                  <a:pt x="0" y="3166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21798" y="4101511"/>
            <a:ext cx="5628765" cy="3166180"/>
          </a:xfrm>
          <a:custGeom>
            <a:avLst/>
            <a:gdLst/>
            <a:ahLst/>
            <a:cxnLst/>
            <a:rect r="r" b="b" t="t" l="l"/>
            <a:pathLst>
              <a:path h="3166180" w="5628765">
                <a:moveTo>
                  <a:pt x="0" y="0"/>
                </a:moveTo>
                <a:lnTo>
                  <a:pt x="5628765" y="0"/>
                </a:lnTo>
                <a:lnTo>
                  <a:pt x="5628765" y="3166180"/>
                </a:lnTo>
                <a:lnTo>
                  <a:pt x="0" y="3166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9156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Before Update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02072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After Update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48773" y="2848581"/>
            <a:ext cx="5139542" cy="671905"/>
            <a:chOff x="0" y="0"/>
            <a:chExt cx="1760814" cy="23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60814" cy="230196"/>
            </a:xfrm>
            <a:custGeom>
              <a:avLst/>
              <a:gdLst/>
              <a:ahLst/>
              <a:cxnLst/>
              <a:rect r="r" b="b" t="t" l="l"/>
              <a:pathLst>
                <a:path h="230196" w="1760814">
                  <a:moveTo>
                    <a:pt x="87368" y="0"/>
                  </a:moveTo>
                  <a:lnTo>
                    <a:pt x="1673446" y="0"/>
                  </a:lnTo>
                  <a:cubicBezTo>
                    <a:pt x="1721698" y="0"/>
                    <a:pt x="1760814" y="39116"/>
                    <a:pt x="1760814" y="87368"/>
                  </a:cubicBezTo>
                  <a:lnTo>
                    <a:pt x="1760814" y="142828"/>
                  </a:lnTo>
                  <a:cubicBezTo>
                    <a:pt x="1760814" y="191080"/>
                    <a:pt x="1721698" y="230196"/>
                    <a:pt x="1673446" y="230196"/>
                  </a:cubicBezTo>
                  <a:lnTo>
                    <a:pt x="87368" y="230196"/>
                  </a:lnTo>
                  <a:cubicBezTo>
                    <a:pt x="39116" y="230196"/>
                    <a:pt x="0" y="191080"/>
                    <a:pt x="0" y="142828"/>
                  </a:cubicBezTo>
                  <a:lnTo>
                    <a:pt x="0" y="87368"/>
                  </a:lnTo>
                  <a:cubicBezTo>
                    <a:pt x="0" y="39116"/>
                    <a:pt x="39116" y="0"/>
                    <a:pt x="8736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60814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7932" y="2933103"/>
            <a:ext cx="4870384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Profile Update Dashboard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64428" y="7716296"/>
            <a:ext cx="4543505" cy="671905"/>
            <a:chOff x="0" y="0"/>
            <a:chExt cx="1556611" cy="230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650781" y="4257021"/>
            <a:ext cx="5635156" cy="3169775"/>
          </a:xfrm>
          <a:custGeom>
            <a:avLst/>
            <a:gdLst/>
            <a:ahLst/>
            <a:cxnLst/>
            <a:rect r="r" b="b" t="t" l="l"/>
            <a:pathLst>
              <a:path h="3169775" w="5635156">
                <a:moveTo>
                  <a:pt x="0" y="0"/>
                </a:moveTo>
                <a:lnTo>
                  <a:pt x="5635156" y="0"/>
                </a:lnTo>
                <a:lnTo>
                  <a:pt x="5635156" y="3169775"/>
                </a:lnTo>
                <a:lnTo>
                  <a:pt x="0" y="316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69852" y="4204224"/>
            <a:ext cx="5729017" cy="3222572"/>
          </a:xfrm>
          <a:custGeom>
            <a:avLst/>
            <a:gdLst/>
            <a:ahLst/>
            <a:cxnLst/>
            <a:rect r="r" b="b" t="t" l="l"/>
            <a:pathLst>
              <a:path h="3222572" w="5729017">
                <a:moveTo>
                  <a:pt x="0" y="0"/>
                </a:moveTo>
                <a:lnTo>
                  <a:pt x="5729017" y="0"/>
                </a:lnTo>
                <a:lnTo>
                  <a:pt x="5729017" y="3222572"/>
                </a:lnTo>
                <a:lnTo>
                  <a:pt x="0" y="3222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85161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Create Bid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02072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Pending Bid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20198" y="2848581"/>
            <a:ext cx="4046807" cy="671905"/>
            <a:chOff x="0" y="0"/>
            <a:chExt cx="1386441" cy="23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6441" cy="230196"/>
            </a:xfrm>
            <a:custGeom>
              <a:avLst/>
              <a:gdLst/>
              <a:ahLst/>
              <a:cxnLst/>
              <a:rect r="r" b="b" t="t" l="l"/>
              <a:pathLst>
                <a:path h="230196" w="1386441">
                  <a:moveTo>
                    <a:pt x="110959" y="0"/>
                  </a:moveTo>
                  <a:lnTo>
                    <a:pt x="1275482" y="0"/>
                  </a:lnTo>
                  <a:cubicBezTo>
                    <a:pt x="1304910" y="0"/>
                    <a:pt x="1333133" y="11690"/>
                    <a:pt x="1353942" y="32499"/>
                  </a:cubicBezTo>
                  <a:cubicBezTo>
                    <a:pt x="1374751" y="53308"/>
                    <a:pt x="1386441" y="81531"/>
                    <a:pt x="1386441" y="110959"/>
                  </a:cubicBezTo>
                  <a:lnTo>
                    <a:pt x="1386441" y="119236"/>
                  </a:lnTo>
                  <a:cubicBezTo>
                    <a:pt x="1386441" y="180517"/>
                    <a:pt x="1336763" y="230196"/>
                    <a:pt x="1275482" y="230196"/>
                  </a:cubicBezTo>
                  <a:lnTo>
                    <a:pt x="110959" y="230196"/>
                  </a:lnTo>
                  <a:cubicBezTo>
                    <a:pt x="81531" y="230196"/>
                    <a:pt x="53308" y="218505"/>
                    <a:pt x="32499" y="197696"/>
                  </a:cubicBezTo>
                  <a:cubicBezTo>
                    <a:pt x="11690" y="176887"/>
                    <a:pt x="0" y="148664"/>
                    <a:pt x="0" y="119236"/>
                  </a:cubicBezTo>
                  <a:lnTo>
                    <a:pt x="0" y="110959"/>
                  </a:lnTo>
                  <a:cubicBezTo>
                    <a:pt x="0" y="49678"/>
                    <a:pt x="49678" y="0"/>
                    <a:pt x="11095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8644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7932" y="2933103"/>
            <a:ext cx="3777648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Seller Dashboard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64428" y="7716296"/>
            <a:ext cx="4543505" cy="671905"/>
            <a:chOff x="0" y="0"/>
            <a:chExt cx="1556611" cy="230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083096" y="3872163"/>
            <a:ext cx="5994952" cy="3622675"/>
          </a:xfrm>
          <a:custGeom>
            <a:avLst/>
            <a:gdLst/>
            <a:ahLst/>
            <a:cxnLst/>
            <a:rect r="r" b="b" t="t" l="l"/>
            <a:pathLst>
              <a:path h="3622675" w="5994952">
                <a:moveTo>
                  <a:pt x="0" y="0"/>
                </a:moveTo>
                <a:lnTo>
                  <a:pt x="5994952" y="0"/>
                </a:lnTo>
                <a:lnTo>
                  <a:pt x="5994952" y="3622675"/>
                </a:lnTo>
                <a:lnTo>
                  <a:pt x="0" y="36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14" t="0" r="-3714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022697" y="3872163"/>
            <a:ext cx="6423328" cy="3613122"/>
          </a:xfrm>
          <a:custGeom>
            <a:avLst/>
            <a:gdLst/>
            <a:ahLst/>
            <a:cxnLst/>
            <a:rect r="r" b="b" t="t" l="l"/>
            <a:pathLst>
              <a:path h="3613122" w="6423328">
                <a:moveTo>
                  <a:pt x="0" y="0"/>
                </a:moveTo>
                <a:lnTo>
                  <a:pt x="6423327" y="0"/>
                </a:lnTo>
                <a:lnTo>
                  <a:pt x="6423327" y="3613122"/>
                </a:lnTo>
                <a:lnTo>
                  <a:pt x="0" y="361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52972" y="924888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85161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Request Bid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32694" y="7800819"/>
            <a:ext cx="345495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Running Bid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48773" y="2848581"/>
            <a:ext cx="4283920" cy="671905"/>
            <a:chOff x="0" y="0"/>
            <a:chExt cx="1467677" cy="23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7677" cy="230196"/>
            </a:xfrm>
            <a:custGeom>
              <a:avLst/>
              <a:gdLst/>
              <a:ahLst/>
              <a:cxnLst/>
              <a:rect r="r" b="b" t="t" l="l"/>
              <a:pathLst>
                <a:path h="230196" w="1467677">
                  <a:moveTo>
                    <a:pt x="104818" y="0"/>
                  </a:moveTo>
                  <a:lnTo>
                    <a:pt x="1362859" y="0"/>
                  </a:lnTo>
                  <a:cubicBezTo>
                    <a:pt x="1390658" y="0"/>
                    <a:pt x="1417319" y="11043"/>
                    <a:pt x="1436976" y="30700"/>
                  </a:cubicBezTo>
                  <a:cubicBezTo>
                    <a:pt x="1456634" y="50358"/>
                    <a:pt x="1467677" y="77018"/>
                    <a:pt x="1467677" y="104818"/>
                  </a:cubicBezTo>
                  <a:lnTo>
                    <a:pt x="1467677" y="125378"/>
                  </a:lnTo>
                  <a:cubicBezTo>
                    <a:pt x="1467677" y="153177"/>
                    <a:pt x="1456634" y="179838"/>
                    <a:pt x="1436976" y="199495"/>
                  </a:cubicBezTo>
                  <a:cubicBezTo>
                    <a:pt x="1417319" y="219152"/>
                    <a:pt x="1390658" y="230196"/>
                    <a:pt x="1362859" y="230196"/>
                  </a:cubicBezTo>
                  <a:lnTo>
                    <a:pt x="104818" y="230196"/>
                  </a:lnTo>
                  <a:cubicBezTo>
                    <a:pt x="77018" y="230196"/>
                    <a:pt x="50358" y="219152"/>
                    <a:pt x="30700" y="199495"/>
                  </a:cubicBezTo>
                  <a:cubicBezTo>
                    <a:pt x="11043" y="179838"/>
                    <a:pt x="0" y="153177"/>
                    <a:pt x="0" y="125378"/>
                  </a:cubicBezTo>
                  <a:lnTo>
                    <a:pt x="0" y="104818"/>
                  </a:lnTo>
                  <a:cubicBezTo>
                    <a:pt x="0" y="77018"/>
                    <a:pt x="11043" y="50358"/>
                    <a:pt x="30700" y="30700"/>
                  </a:cubicBezTo>
                  <a:cubicBezTo>
                    <a:pt x="50358" y="11043"/>
                    <a:pt x="77018" y="0"/>
                    <a:pt x="10481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7677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7932" y="2933103"/>
            <a:ext cx="4014762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Admin Dashboard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64428" y="7716296"/>
            <a:ext cx="4543505" cy="671905"/>
            <a:chOff x="0" y="0"/>
            <a:chExt cx="1556611" cy="230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160751" y="3860290"/>
            <a:ext cx="6266141" cy="3524704"/>
          </a:xfrm>
          <a:custGeom>
            <a:avLst/>
            <a:gdLst/>
            <a:ahLst/>
            <a:cxnLst/>
            <a:rect r="r" b="b" t="t" l="l"/>
            <a:pathLst>
              <a:path h="3524704" w="6266141">
                <a:moveTo>
                  <a:pt x="0" y="0"/>
                </a:moveTo>
                <a:lnTo>
                  <a:pt x="6266141" y="0"/>
                </a:lnTo>
                <a:lnTo>
                  <a:pt x="6266141" y="3524704"/>
                </a:lnTo>
                <a:lnTo>
                  <a:pt x="0" y="3524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29540" y="3933278"/>
            <a:ext cx="6802530" cy="3378727"/>
          </a:xfrm>
          <a:custGeom>
            <a:avLst/>
            <a:gdLst/>
            <a:ahLst/>
            <a:cxnLst/>
            <a:rect r="r" b="b" t="t" l="l"/>
            <a:pathLst>
              <a:path h="3378727" w="6802530">
                <a:moveTo>
                  <a:pt x="0" y="0"/>
                </a:moveTo>
                <a:lnTo>
                  <a:pt x="6802531" y="0"/>
                </a:lnTo>
                <a:lnTo>
                  <a:pt x="6802531" y="3378728"/>
                </a:lnTo>
                <a:lnTo>
                  <a:pt x="0" y="3378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26" t="0" r="-416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04836" y="7800819"/>
            <a:ext cx="4114510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Won Bid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5117" y="7800819"/>
            <a:ext cx="4462816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Admin Approval won Bid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54499" y="7716296"/>
            <a:ext cx="5892046" cy="671905"/>
            <a:chOff x="0" y="0"/>
            <a:chExt cx="2018623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8623" cy="230196"/>
            </a:xfrm>
            <a:custGeom>
              <a:avLst/>
              <a:gdLst/>
              <a:ahLst/>
              <a:cxnLst/>
              <a:rect r="r" b="b" t="t" l="l"/>
              <a:pathLst>
                <a:path h="230196" w="2018623">
                  <a:moveTo>
                    <a:pt x="76210" y="0"/>
                  </a:moveTo>
                  <a:lnTo>
                    <a:pt x="1942413" y="0"/>
                  </a:lnTo>
                  <a:cubicBezTo>
                    <a:pt x="1984503" y="0"/>
                    <a:pt x="2018623" y="34120"/>
                    <a:pt x="2018623" y="76210"/>
                  </a:cubicBezTo>
                  <a:lnTo>
                    <a:pt x="2018623" y="153986"/>
                  </a:lnTo>
                  <a:cubicBezTo>
                    <a:pt x="2018623" y="174198"/>
                    <a:pt x="2010594" y="193582"/>
                    <a:pt x="1996301" y="207874"/>
                  </a:cubicBezTo>
                  <a:cubicBezTo>
                    <a:pt x="1982009" y="222166"/>
                    <a:pt x="1962625" y="230196"/>
                    <a:pt x="1942413" y="230196"/>
                  </a:cubicBezTo>
                  <a:lnTo>
                    <a:pt x="76210" y="230196"/>
                  </a:lnTo>
                  <a:cubicBezTo>
                    <a:pt x="55998" y="230196"/>
                    <a:pt x="36613" y="222166"/>
                    <a:pt x="22321" y="207874"/>
                  </a:cubicBezTo>
                  <a:cubicBezTo>
                    <a:pt x="8029" y="193582"/>
                    <a:pt x="0" y="174198"/>
                    <a:pt x="0" y="153986"/>
                  </a:cubicBezTo>
                  <a:lnTo>
                    <a:pt x="0" y="76210"/>
                  </a:lnTo>
                  <a:cubicBezTo>
                    <a:pt x="0" y="34120"/>
                    <a:pt x="34120" y="0"/>
                    <a:pt x="76210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8623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64428" y="7716296"/>
            <a:ext cx="4692594" cy="617261"/>
            <a:chOff x="0" y="0"/>
            <a:chExt cx="1607689" cy="211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7689" cy="211475"/>
            </a:xfrm>
            <a:custGeom>
              <a:avLst/>
              <a:gdLst/>
              <a:ahLst/>
              <a:cxnLst/>
              <a:rect r="r" b="b" t="t" l="l"/>
              <a:pathLst>
                <a:path h="211475" w="1607689">
                  <a:moveTo>
                    <a:pt x="95689" y="0"/>
                  </a:moveTo>
                  <a:lnTo>
                    <a:pt x="1512000" y="0"/>
                  </a:lnTo>
                  <a:cubicBezTo>
                    <a:pt x="1564847" y="0"/>
                    <a:pt x="1607689" y="42842"/>
                    <a:pt x="1607689" y="95689"/>
                  </a:cubicBezTo>
                  <a:lnTo>
                    <a:pt x="1607689" y="115785"/>
                  </a:lnTo>
                  <a:cubicBezTo>
                    <a:pt x="1607689" y="168633"/>
                    <a:pt x="1564847" y="211475"/>
                    <a:pt x="1512000" y="211475"/>
                  </a:cubicBezTo>
                  <a:lnTo>
                    <a:pt x="95689" y="211475"/>
                  </a:lnTo>
                  <a:cubicBezTo>
                    <a:pt x="42842" y="211475"/>
                    <a:pt x="0" y="168633"/>
                    <a:pt x="0" y="115785"/>
                  </a:cubicBezTo>
                  <a:lnTo>
                    <a:pt x="0" y="95689"/>
                  </a:lnTo>
                  <a:cubicBezTo>
                    <a:pt x="0" y="42842"/>
                    <a:pt x="42842" y="0"/>
                    <a:pt x="9568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07689" cy="24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590173" y="4257021"/>
            <a:ext cx="5756372" cy="3237959"/>
          </a:xfrm>
          <a:custGeom>
            <a:avLst/>
            <a:gdLst/>
            <a:ahLst/>
            <a:cxnLst/>
            <a:rect r="r" b="b" t="t" l="l"/>
            <a:pathLst>
              <a:path h="3237959" w="5756372">
                <a:moveTo>
                  <a:pt x="0" y="0"/>
                </a:moveTo>
                <a:lnTo>
                  <a:pt x="5756372" y="0"/>
                </a:lnTo>
                <a:lnTo>
                  <a:pt x="5756372" y="3237959"/>
                </a:lnTo>
                <a:lnTo>
                  <a:pt x="0" y="3237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28928" y="4230368"/>
            <a:ext cx="5803755" cy="3264612"/>
          </a:xfrm>
          <a:custGeom>
            <a:avLst/>
            <a:gdLst/>
            <a:ahLst/>
            <a:cxnLst/>
            <a:rect r="r" b="b" t="t" l="l"/>
            <a:pathLst>
              <a:path h="3264612" w="5803755">
                <a:moveTo>
                  <a:pt x="0" y="0"/>
                </a:moveTo>
                <a:lnTo>
                  <a:pt x="5803755" y="0"/>
                </a:lnTo>
                <a:lnTo>
                  <a:pt x="5803755" y="3264612"/>
                </a:lnTo>
                <a:lnTo>
                  <a:pt x="0" y="3264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07310" y="7800819"/>
            <a:ext cx="5639235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Delivered Product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98272" y="7774365"/>
            <a:ext cx="4865962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Bidder Received Product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7716296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79277" y="7716296"/>
            <a:ext cx="4692594" cy="617261"/>
            <a:chOff x="0" y="0"/>
            <a:chExt cx="1607689" cy="211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7689" cy="211475"/>
            </a:xfrm>
            <a:custGeom>
              <a:avLst/>
              <a:gdLst/>
              <a:ahLst/>
              <a:cxnLst/>
              <a:rect r="r" b="b" t="t" l="l"/>
              <a:pathLst>
                <a:path h="211475" w="1607689">
                  <a:moveTo>
                    <a:pt x="95689" y="0"/>
                  </a:moveTo>
                  <a:lnTo>
                    <a:pt x="1512000" y="0"/>
                  </a:lnTo>
                  <a:cubicBezTo>
                    <a:pt x="1564847" y="0"/>
                    <a:pt x="1607689" y="42842"/>
                    <a:pt x="1607689" y="95689"/>
                  </a:cubicBezTo>
                  <a:lnTo>
                    <a:pt x="1607689" y="115785"/>
                  </a:lnTo>
                  <a:cubicBezTo>
                    <a:pt x="1607689" y="168633"/>
                    <a:pt x="1564847" y="211475"/>
                    <a:pt x="1512000" y="211475"/>
                  </a:cubicBezTo>
                  <a:lnTo>
                    <a:pt x="95689" y="211475"/>
                  </a:lnTo>
                  <a:cubicBezTo>
                    <a:pt x="42842" y="211475"/>
                    <a:pt x="0" y="168633"/>
                    <a:pt x="0" y="115785"/>
                  </a:cubicBezTo>
                  <a:lnTo>
                    <a:pt x="0" y="95689"/>
                  </a:lnTo>
                  <a:cubicBezTo>
                    <a:pt x="0" y="42842"/>
                    <a:pt x="42842" y="0"/>
                    <a:pt x="9568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07689" cy="24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122143" y="3950711"/>
            <a:ext cx="6133099" cy="3449868"/>
          </a:xfrm>
          <a:custGeom>
            <a:avLst/>
            <a:gdLst/>
            <a:ahLst/>
            <a:cxnLst/>
            <a:rect r="r" b="b" t="t" l="l"/>
            <a:pathLst>
              <a:path h="3449868" w="6133099">
                <a:moveTo>
                  <a:pt x="0" y="0"/>
                </a:moveTo>
                <a:lnTo>
                  <a:pt x="6133099" y="0"/>
                </a:lnTo>
                <a:lnTo>
                  <a:pt x="6133099" y="3449868"/>
                </a:lnTo>
                <a:lnTo>
                  <a:pt x="0" y="344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59024" y="3950711"/>
            <a:ext cx="6133099" cy="3449868"/>
          </a:xfrm>
          <a:custGeom>
            <a:avLst/>
            <a:gdLst/>
            <a:ahLst/>
            <a:cxnLst/>
            <a:rect r="r" b="b" t="t" l="l"/>
            <a:pathLst>
              <a:path h="3449868" w="6133099">
                <a:moveTo>
                  <a:pt x="0" y="0"/>
                </a:moveTo>
                <a:lnTo>
                  <a:pt x="6133100" y="0"/>
                </a:lnTo>
                <a:lnTo>
                  <a:pt x="6133100" y="3449868"/>
                </a:lnTo>
                <a:lnTo>
                  <a:pt x="0" y="3449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9156" y="7800819"/>
            <a:ext cx="3910955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Sold Bid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16581" y="7800819"/>
            <a:ext cx="3617987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All User Dashboard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96606" y="8690207"/>
            <a:ext cx="4543505" cy="671905"/>
            <a:chOff x="0" y="0"/>
            <a:chExt cx="1556611" cy="230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6611" cy="230196"/>
            </a:xfrm>
            <a:custGeom>
              <a:avLst/>
              <a:gdLst/>
              <a:ahLst/>
              <a:cxnLst/>
              <a:rect r="r" b="b" t="t" l="l"/>
              <a:pathLst>
                <a:path h="230196" w="1556611">
                  <a:moveTo>
                    <a:pt x="98829" y="0"/>
                  </a:moveTo>
                  <a:lnTo>
                    <a:pt x="1457782" y="0"/>
                  </a:lnTo>
                  <a:cubicBezTo>
                    <a:pt x="1512363" y="0"/>
                    <a:pt x="1556611" y="44247"/>
                    <a:pt x="1556611" y="98829"/>
                  </a:cubicBezTo>
                  <a:lnTo>
                    <a:pt x="1556611" y="131366"/>
                  </a:lnTo>
                  <a:cubicBezTo>
                    <a:pt x="1556611" y="185948"/>
                    <a:pt x="1512363" y="230196"/>
                    <a:pt x="1457782" y="230196"/>
                  </a:cubicBezTo>
                  <a:lnTo>
                    <a:pt x="98829" y="230196"/>
                  </a:lnTo>
                  <a:cubicBezTo>
                    <a:pt x="44247" y="230196"/>
                    <a:pt x="0" y="185948"/>
                    <a:pt x="0" y="131366"/>
                  </a:cubicBezTo>
                  <a:lnTo>
                    <a:pt x="0" y="98829"/>
                  </a:lnTo>
                  <a:cubicBezTo>
                    <a:pt x="0" y="44247"/>
                    <a:pt x="44247" y="0"/>
                    <a:pt x="9882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56611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15339" y="8641039"/>
            <a:ext cx="4692594" cy="617261"/>
            <a:chOff x="0" y="0"/>
            <a:chExt cx="1607689" cy="211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7689" cy="211475"/>
            </a:xfrm>
            <a:custGeom>
              <a:avLst/>
              <a:gdLst/>
              <a:ahLst/>
              <a:cxnLst/>
              <a:rect r="r" b="b" t="t" l="l"/>
              <a:pathLst>
                <a:path h="211475" w="1607689">
                  <a:moveTo>
                    <a:pt x="95689" y="0"/>
                  </a:moveTo>
                  <a:lnTo>
                    <a:pt x="1512000" y="0"/>
                  </a:lnTo>
                  <a:cubicBezTo>
                    <a:pt x="1564847" y="0"/>
                    <a:pt x="1607689" y="42842"/>
                    <a:pt x="1607689" y="95689"/>
                  </a:cubicBezTo>
                  <a:lnTo>
                    <a:pt x="1607689" y="115785"/>
                  </a:lnTo>
                  <a:cubicBezTo>
                    <a:pt x="1607689" y="168633"/>
                    <a:pt x="1564847" y="211475"/>
                    <a:pt x="1512000" y="211475"/>
                  </a:cubicBezTo>
                  <a:lnTo>
                    <a:pt x="95689" y="211475"/>
                  </a:lnTo>
                  <a:cubicBezTo>
                    <a:pt x="42842" y="211475"/>
                    <a:pt x="0" y="168633"/>
                    <a:pt x="0" y="115785"/>
                  </a:cubicBezTo>
                  <a:lnTo>
                    <a:pt x="0" y="95689"/>
                  </a:lnTo>
                  <a:cubicBezTo>
                    <a:pt x="0" y="42842"/>
                    <a:pt x="42842" y="0"/>
                    <a:pt x="95689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07689" cy="24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449417" y="2937763"/>
            <a:ext cx="3780186" cy="5405666"/>
          </a:xfrm>
          <a:custGeom>
            <a:avLst/>
            <a:gdLst/>
            <a:ahLst/>
            <a:cxnLst/>
            <a:rect r="r" b="b" t="t" l="l"/>
            <a:pathLst>
              <a:path h="5405666" w="3780186">
                <a:moveTo>
                  <a:pt x="0" y="0"/>
                </a:moveTo>
                <a:lnTo>
                  <a:pt x="3780186" y="0"/>
                </a:lnTo>
                <a:lnTo>
                  <a:pt x="3780186" y="5405666"/>
                </a:lnTo>
                <a:lnTo>
                  <a:pt x="0" y="5405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54532" y="2937763"/>
            <a:ext cx="5053401" cy="5405666"/>
          </a:xfrm>
          <a:custGeom>
            <a:avLst/>
            <a:gdLst/>
            <a:ahLst/>
            <a:cxnLst/>
            <a:rect r="r" b="b" t="t" l="l"/>
            <a:pathLst>
              <a:path h="5405666" w="5053401">
                <a:moveTo>
                  <a:pt x="0" y="0"/>
                </a:moveTo>
                <a:lnTo>
                  <a:pt x="5053401" y="0"/>
                </a:lnTo>
                <a:lnTo>
                  <a:pt x="5053401" y="5405666"/>
                </a:lnTo>
                <a:lnTo>
                  <a:pt x="0" y="5405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RESULT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78669" y="8803065"/>
            <a:ext cx="2750934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All user PDF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94576" y="8725561"/>
            <a:ext cx="2088733" cy="45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69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Bid PDF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449417" y="675480"/>
            <a:ext cx="8581388" cy="1773322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2972" y="817664"/>
            <a:ext cx="8581388" cy="1773322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04836" y="817664"/>
            <a:ext cx="86295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LIMITATION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997677" y="3191016"/>
            <a:ext cx="9457536" cy="874024"/>
            <a:chOff x="0" y="0"/>
            <a:chExt cx="2490874" cy="230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0874" cy="230196"/>
            </a:xfrm>
            <a:custGeom>
              <a:avLst/>
              <a:gdLst/>
              <a:ahLst/>
              <a:cxnLst/>
              <a:rect r="r" b="b" t="t" l="l"/>
              <a:pathLst>
                <a:path h="230196" w="2490874">
                  <a:moveTo>
                    <a:pt x="47479" y="0"/>
                  </a:moveTo>
                  <a:lnTo>
                    <a:pt x="2443395" y="0"/>
                  </a:lnTo>
                  <a:cubicBezTo>
                    <a:pt x="2455987" y="0"/>
                    <a:pt x="2468063" y="5002"/>
                    <a:pt x="2476968" y="13906"/>
                  </a:cubicBezTo>
                  <a:cubicBezTo>
                    <a:pt x="2485872" y="22810"/>
                    <a:pt x="2490874" y="34887"/>
                    <a:pt x="2490874" y="47479"/>
                  </a:cubicBezTo>
                  <a:lnTo>
                    <a:pt x="2490874" y="182717"/>
                  </a:lnTo>
                  <a:cubicBezTo>
                    <a:pt x="2490874" y="195309"/>
                    <a:pt x="2485872" y="207385"/>
                    <a:pt x="2476968" y="216289"/>
                  </a:cubicBezTo>
                  <a:cubicBezTo>
                    <a:pt x="2468063" y="225193"/>
                    <a:pt x="2455987" y="230196"/>
                    <a:pt x="2443395" y="230196"/>
                  </a:cubicBezTo>
                  <a:lnTo>
                    <a:pt x="47479" y="230196"/>
                  </a:lnTo>
                  <a:cubicBezTo>
                    <a:pt x="34887" y="230196"/>
                    <a:pt x="22810" y="225193"/>
                    <a:pt x="13906" y="216289"/>
                  </a:cubicBezTo>
                  <a:cubicBezTo>
                    <a:pt x="5002" y="207385"/>
                    <a:pt x="0" y="195309"/>
                    <a:pt x="0" y="182717"/>
                  </a:cubicBezTo>
                  <a:lnTo>
                    <a:pt x="0" y="47479"/>
                  </a:lnTo>
                  <a:cubicBezTo>
                    <a:pt x="0" y="34887"/>
                    <a:pt x="5002" y="22810"/>
                    <a:pt x="13906" y="13906"/>
                  </a:cubicBezTo>
                  <a:cubicBezTo>
                    <a:pt x="22810" y="5002"/>
                    <a:pt x="34887" y="0"/>
                    <a:pt x="474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90874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688590" y="3296240"/>
            <a:ext cx="843630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Current limitations of the system: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750679" y="7151300"/>
            <a:ext cx="5821451" cy="66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 spc="-11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Multi-omics Integration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449417" y="4704675"/>
            <a:ext cx="1100242" cy="1144281"/>
            <a:chOff x="0" y="0"/>
            <a:chExt cx="812800" cy="8453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45333"/>
            </a:xfrm>
            <a:custGeom>
              <a:avLst/>
              <a:gdLst/>
              <a:ahLst/>
              <a:cxnLst/>
              <a:rect r="r" b="b" t="t" l="l"/>
              <a:pathLst>
                <a:path h="845333" w="812800">
                  <a:moveTo>
                    <a:pt x="406400" y="0"/>
                  </a:moveTo>
                  <a:cubicBezTo>
                    <a:pt x="181951" y="0"/>
                    <a:pt x="0" y="189234"/>
                    <a:pt x="0" y="422667"/>
                  </a:cubicBezTo>
                  <a:cubicBezTo>
                    <a:pt x="0" y="656099"/>
                    <a:pt x="181951" y="845333"/>
                    <a:pt x="406400" y="845333"/>
                  </a:cubicBezTo>
                  <a:cubicBezTo>
                    <a:pt x="630849" y="845333"/>
                    <a:pt x="812800" y="656099"/>
                    <a:pt x="812800" y="422667"/>
                  </a:cubicBezTo>
                  <a:cubicBezTo>
                    <a:pt x="812800" y="189234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050"/>
              <a:ext cx="660400" cy="763033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10533" y="4933541"/>
            <a:ext cx="111881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 Mobile application.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449417" y="6344256"/>
            <a:ext cx="1100242" cy="1144281"/>
            <a:chOff x="0" y="0"/>
            <a:chExt cx="812800" cy="8453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45333"/>
            </a:xfrm>
            <a:custGeom>
              <a:avLst/>
              <a:gdLst/>
              <a:ahLst/>
              <a:cxnLst/>
              <a:rect r="r" b="b" t="t" l="l"/>
              <a:pathLst>
                <a:path h="845333" w="812800">
                  <a:moveTo>
                    <a:pt x="406400" y="0"/>
                  </a:moveTo>
                  <a:cubicBezTo>
                    <a:pt x="181951" y="0"/>
                    <a:pt x="0" y="189234"/>
                    <a:pt x="0" y="422667"/>
                  </a:cubicBezTo>
                  <a:cubicBezTo>
                    <a:pt x="0" y="656099"/>
                    <a:pt x="181951" y="845333"/>
                    <a:pt x="406400" y="845333"/>
                  </a:cubicBezTo>
                  <a:cubicBezTo>
                    <a:pt x="630849" y="845333"/>
                    <a:pt x="812800" y="656099"/>
                    <a:pt x="812800" y="422667"/>
                  </a:cubicBezTo>
                  <a:cubicBezTo>
                    <a:pt x="812800" y="189234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050"/>
              <a:ext cx="660400" cy="763033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810533" y="6573121"/>
            <a:ext cx="7078210" cy="18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61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Potential scalability and performance issues.</a:t>
            </a:r>
          </a:p>
          <a:p>
            <a:pPr algn="l">
              <a:lnSpc>
                <a:spcPts val="5066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53483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680067" y="391698"/>
            <a:ext cx="6964855" cy="1439270"/>
            <a:chOff x="0" y="0"/>
            <a:chExt cx="39332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45277" y="507098"/>
            <a:ext cx="6964855" cy="1439270"/>
            <a:chOff x="0" y="0"/>
            <a:chExt cx="39332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269" cy="812800"/>
            </a:xfrm>
            <a:custGeom>
              <a:avLst/>
              <a:gdLst/>
              <a:ahLst/>
              <a:cxnLst/>
              <a:rect r="r" b="b" t="t" l="l"/>
              <a:pathLst>
                <a:path h="812800" w="3933269">
                  <a:moveTo>
                    <a:pt x="393326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933269" y="624840"/>
                  </a:lnTo>
                  <a:lnTo>
                    <a:pt x="39332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3269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06208" y="497573"/>
            <a:ext cx="700392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FUTURE WORK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45277" y="3038616"/>
            <a:ext cx="7471059" cy="874024"/>
            <a:chOff x="0" y="0"/>
            <a:chExt cx="1967686" cy="230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7686" cy="230196"/>
            </a:xfrm>
            <a:custGeom>
              <a:avLst/>
              <a:gdLst/>
              <a:ahLst/>
              <a:cxnLst/>
              <a:rect r="r" b="b" t="t" l="l"/>
              <a:pathLst>
                <a:path h="230196" w="1967686">
                  <a:moveTo>
                    <a:pt x="60103" y="0"/>
                  </a:moveTo>
                  <a:lnTo>
                    <a:pt x="1907584" y="0"/>
                  </a:lnTo>
                  <a:cubicBezTo>
                    <a:pt x="1923524" y="0"/>
                    <a:pt x="1938811" y="6332"/>
                    <a:pt x="1950083" y="17604"/>
                  </a:cubicBezTo>
                  <a:cubicBezTo>
                    <a:pt x="1961354" y="28875"/>
                    <a:pt x="1967686" y="44163"/>
                    <a:pt x="1967686" y="60103"/>
                  </a:cubicBezTo>
                  <a:lnTo>
                    <a:pt x="1967686" y="170093"/>
                  </a:lnTo>
                  <a:cubicBezTo>
                    <a:pt x="1967686" y="186033"/>
                    <a:pt x="1961354" y="201320"/>
                    <a:pt x="1950083" y="212592"/>
                  </a:cubicBezTo>
                  <a:cubicBezTo>
                    <a:pt x="1938811" y="223863"/>
                    <a:pt x="1923524" y="230196"/>
                    <a:pt x="1907584" y="230196"/>
                  </a:cubicBezTo>
                  <a:lnTo>
                    <a:pt x="60103" y="230196"/>
                  </a:lnTo>
                  <a:cubicBezTo>
                    <a:pt x="44163" y="230196"/>
                    <a:pt x="28875" y="223863"/>
                    <a:pt x="17604" y="212592"/>
                  </a:cubicBezTo>
                  <a:cubicBezTo>
                    <a:pt x="6332" y="201320"/>
                    <a:pt x="0" y="186033"/>
                    <a:pt x="0" y="170093"/>
                  </a:cubicBezTo>
                  <a:lnTo>
                    <a:pt x="0" y="60103"/>
                  </a:lnTo>
                  <a:cubicBezTo>
                    <a:pt x="0" y="44163"/>
                    <a:pt x="6332" y="28875"/>
                    <a:pt x="17604" y="17604"/>
                  </a:cubicBezTo>
                  <a:cubicBezTo>
                    <a:pt x="28875" y="6332"/>
                    <a:pt x="44163" y="0"/>
                    <a:pt x="601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67686" cy="268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536190" y="3143840"/>
            <a:ext cx="843630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Future improvements: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5660" y="4774458"/>
            <a:ext cx="10192799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D0F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Enhancements.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695660" y="6234372"/>
            <a:ext cx="10996849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D0F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 a mobile version for broader accessibility.</a:t>
            </a:r>
          </a:p>
          <a:p>
            <a:pPr algn="l">
              <a:lnSpc>
                <a:spcPts val="559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3494413" y="5976193"/>
            <a:ext cx="1115240" cy="1159879"/>
            <a:chOff x="0" y="0"/>
            <a:chExt cx="812800" cy="8453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45333"/>
            </a:xfrm>
            <a:custGeom>
              <a:avLst/>
              <a:gdLst/>
              <a:ahLst/>
              <a:cxnLst/>
              <a:rect r="r" b="b" t="t" l="l"/>
              <a:pathLst>
                <a:path h="845333" w="812800">
                  <a:moveTo>
                    <a:pt x="406400" y="0"/>
                  </a:moveTo>
                  <a:cubicBezTo>
                    <a:pt x="181951" y="0"/>
                    <a:pt x="0" y="189234"/>
                    <a:pt x="0" y="422667"/>
                  </a:cubicBezTo>
                  <a:cubicBezTo>
                    <a:pt x="0" y="656099"/>
                    <a:pt x="181951" y="845333"/>
                    <a:pt x="406400" y="845333"/>
                  </a:cubicBezTo>
                  <a:cubicBezTo>
                    <a:pt x="630849" y="845333"/>
                    <a:pt x="812800" y="656099"/>
                    <a:pt x="812800" y="422667"/>
                  </a:cubicBezTo>
                  <a:cubicBezTo>
                    <a:pt x="812800" y="189234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050"/>
              <a:ext cx="660400" cy="763033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420949" y="4563560"/>
            <a:ext cx="1115240" cy="1159879"/>
            <a:chOff x="0" y="0"/>
            <a:chExt cx="812800" cy="8453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45333"/>
            </a:xfrm>
            <a:custGeom>
              <a:avLst/>
              <a:gdLst/>
              <a:ahLst/>
              <a:cxnLst/>
              <a:rect r="r" b="b" t="t" l="l"/>
              <a:pathLst>
                <a:path h="845333" w="812800">
                  <a:moveTo>
                    <a:pt x="406400" y="0"/>
                  </a:moveTo>
                  <a:cubicBezTo>
                    <a:pt x="181951" y="0"/>
                    <a:pt x="0" y="189234"/>
                    <a:pt x="0" y="422667"/>
                  </a:cubicBezTo>
                  <a:cubicBezTo>
                    <a:pt x="0" y="656099"/>
                    <a:pt x="181951" y="845333"/>
                    <a:pt x="406400" y="845333"/>
                  </a:cubicBezTo>
                  <a:cubicBezTo>
                    <a:pt x="630849" y="845333"/>
                    <a:pt x="812800" y="656099"/>
                    <a:pt x="812800" y="422667"/>
                  </a:cubicBezTo>
                  <a:cubicBezTo>
                    <a:pt x="812800" y="189234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050"/>
              <a:ext cx="660400" cy="763033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940675" y="3615729"/>
            <a:ext cx="10406650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bidding system ensures a transparent and competitive process where bids are submitted, evaluated, and awarded based on clear criteria. This promotes fairness, efficiency, and the selection of the best value offer.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29156" y="1112626"/>
            <a:ext cx="5994124" cy="1773322"/>
            <a:chOff x="0" y="0"/>
            <a:chExt cx="27474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71340" y="1254810"/>
            <a:ext cx="5994124" cy="1773322"/>
            <a:chOff x="0" y="0"/>
            <a:chExt cx="2747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29156" y="1254810"/>
            <a:ext cx="602774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940675" y="3606204"/>
            <a:ext cx="10344773" cy="292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2"/>
              </a:lnSpc>
            </a:pPr>
            <a:r>
              <a:rPr lang="en-US" sz="83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You Have Any Question??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048059" y="4302380"/>
            <a:ext cx="5984620" cy="5984620"/>
          </a:xfrm>
          <a:custGeom>
            <a:avLst/>
            <a:gdLst/>
            <a:ahLst/>
            <a:cxnLst/>
            <a:rect r="r" b="b" t="t" l="l"/>
            <a:pathLst>
              <a:path h="5984620" w="5984620">
                <a:moveTo>
                  <a:pt x="0" y="0"/>
                </a:moveTo>
                <a:lnTo>
                  <a:pt x="5984619" y="0"/>
                </a:lnTo>
                <a:lnTo>
                  <a:pt x="5984619" y="5984620"/>
                </a:lnTo>
                <a:lnTo>
                  <a:pt x="0" y="598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9913" y="4064255"/>
            <a:ext cx="1034477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DAGQzZChGkM</dc:identifier>
  <dcterms:modified xsi:type="dcterms:W3CDTF">2011-08-01T06:04:30Z</dcterms:modified>
  <cp:revision>1</cp:revision>
  <dc:title>Bidding System</dc:title>
</cp:coreProperties>
</file>